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webextensions/webextension1.xml" ContentType="application/vnd.ms-office.webextension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85" r:id="rId5"/>
    <p:sldId id="294" r:id="rId6"/>
    <p:sldId id="263" r:id="rId7"/>
    <p:sldId id="261" r:id="rId8"/>
    <p:sldId id="295" r:id="rId9"/>
    <p:sldId id="281" r:id="rId10"/>
    <p:sldId id="262" r:id="rId11"/>
    <p:sldId id="260" r:id="rId12"/>
    <p:sldId id="2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48" userDrawn="1">
          <p15:clr>
            <a:srgbClr val="A4A3A4"/>
          </p15:clr>
        </p15:guide>
        <p15:guide id="2" pos="2664" userDrawn="1">
          <p15:clr>
            <a:srgbClr val="A4A3A4"/>
          </p15:clr>
        </p15:guide>
        <p15:guide id="3" orient="horz" pos="2664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647"/>
    <a:srgbClr val="92D050"/>
    <a:srgbClr val="45BE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958749-7458-4DE0-8FBC-62FC0FBFAE45}" v="1393" dt="2026-04-02T17:09:27.151"/>
    <p1510:client id="{557E8E37-B6E5-F706-44F3-5562CBD42DAD}" v="1223" dt="2026-04-02T01:28:31.227"/>
    <p1510:client id="{750BC696-A4B7-4E01-9E8A-647A494D7704}" v="562" dt="2026-04-02T17:14:24.569"/>
    <p1510:client id="{99F07DE3-DAB5-3242-8F33-774E4E339EF3}" v="2" dt="2026-04-01T23:19:56.203"/>
    <p1510:client id="{D3F01302-D630-75CC-FF91-EC4D0645131E}" v="1349" dt="2026-04-02T00:28:01.2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3648"/>
        <p:guide pos="2664"/>
        <p:guide orient="horz" pos="2664"/>
        <p:guide orient="horz" pos="32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D32CE2-6C64-40A5-9DAB-DD3946A432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569BD-8C5B-4110-9E60-C359DDF561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7E1B8-528F-4D87-8EBD-B843BAE2C86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05E23-8F29-4628-B4F0-7CBCB7658F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33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E576D-777F-42E1-9739-7FD89F40409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F1A11-BB96-443E-B274-982C61AA7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9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4F1A11-BB96-443E-B274-982C61AA7E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12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6C2E115-5267-49A0-A702-59745AC649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04479580-C1B1-4B70-875C-70152944FD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4355" y="4687178"/>
            <a:ext cx="159851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1323CA5D-7F88-4E2C-B2E1-D03E010724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40172" y="172667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DFF095-F8DE-447E-A83F-BD55BD03BE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03189" y="71740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FA2755C1-A0B6-448A-BE5D-4B492BB7BB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693" y="285863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3357-BDC3-43CE-89C0-05F5AB973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73216" y="3667946"/>
            <a:ext cx="9285382" cy="1277857"/>
          </a:xfrm>
        </p:spPr>
        <p:txBody>
          <a:bodyPr anchor="ctr"/>
          <a:lstStyle>
            <a:lvl1pPr algn="l">
              <a:defRPr sz="6000" cap="all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FD7F6-12F1-44A8-B26F-82773993F1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70418" y="5325276"/>
            <a:ext cx="3677297" cy="682094"/>
          </a:xfrm>
        </p:spPr>
        <p:txBody>
          <a:bodyPr anchor="ctr"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5B50AA-4BAC-4997-B444-E281DECD0DB4}"/>
              </a:ext>
            </a:extLst>
          </p:cNvPr>
          <p:cNvCxnSpPr>
            <a:cxnSpLocks/>
          </p:cNvCxnSpPr>
          <p:nvPr userDrawn="1"/>
        </p:nvCxnSpPr>
        <p:spPr>
          <a:xfrm>
            <a:off x="4579559" y="5744231"/>
            <a:ext cx="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DEC412-0EF3-4D93-AF25-A2D2F5A5093A}"/>
              </a:ext>
            </a:extLst>
          </p:cNvPr>
          <p:cNvCxnSpPr>
            <a:cxnSpLocks/>
          </p:cNvCxnSpPr>
          <p:nvPr userDrawn="1"/>
        </p:nvCxnSpPr>
        <p:spPr>
          <a:xfrm>
            <a:off x="2536371" y="2017985"/>
            <a:ext cx="0" cy="15343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2836A9-D1F4-4562-B95F-B7BF8F4713B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45428" y="5655432"/>
            <a:ext cx="331888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83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A9869E4-27A3-4A22-92EA-ECD5099EC492}"/>
              </a:ext>
            </a:extLst>
          </p:cNvPr>
          <p:cNvSpPr/>
          <p:nvPr userDrawn="1"/>
        </p:nvSpPr>
        <p:spPr>
          <a:xfrm>
            <a:off x="6016886" y="0"/>
            <a:ext cx="6175114" cy="6858000"/>
          </a:xfrm>
          <a:custGeom>
            <a:avLst/>
            <a:gdLst>
              <a:gd name="connsiteX0" fmla="*/ 1341004 w 6175114"/>
              <a:gd name="connsiteY0" fmla="*/ 0 h 6858000"/>
              <a:gd name="connsiteX1" fmla="*/ 6175114 w 6175114"/>
              <a:gd name="connsiteY1" fmla="*/ 0 h 6858000"/>
              <a:gd name="connsiteX2" fmla="*/ 6175114 w 6175114"/>
              <a:gd name="connsiteY2" fmla="*/ 1753853 h 6858000"/>
              <a:gd name="connsiteX3" fmla="*/ 5820369 w 6175114"/>
              <a:gd name="connsiteY3" fmla="*/ 2196189 h 6858000"/>
              <a:gd name="connsiteX4" fmla="*/ 3753019 w 6175114"/>
              <a:gd name="connsiteY4" fmla="*/ 1432910 h 6858000"/>
              <a:gd name="connsiteX5" fmla="*/ 2496678 w 6175114"/>
              <a:gd name="connsiteY5" fmla="*/ 2275742 h 6858000"/>
              <a:gd name="connsiteX6" fmla="*/ 4071059 w 6175114"/>
              <a:gd name="connsiteY6" fmla="*/ 3452528 h 6858000"/>
              <a:gd name="connsiteX7" fmla="*/ 5359131 w 6175114"/>
              <a:gd name="connsiteY7" fmla="*/ 3977321 h 6858000"/>
              <a:gd name="connsiteX8" fmla="*/ 6026758 w 6175114"/>
              <a:gd name="connsiteY8" fmla="*/ 4302039 h 6858000"/>
              <a:gd name="connsiteX9" fmla="*/ 6175114 w 6175114"/>
              <a:gd name="connsiteY9" fmla="*/ 4397461 h 6858000"/>
              <a:gd name="connsiteX10" fmla="*/ 6175114 w 6175114"/>
              <a:gd name="connsiteY10" fmla="*/ 6858000 h 6858000"/>
              <a:gd name="connsiteX11" fmla="*/ 4869473 w 6175114"/>
              <a:gd name="connsiteY11" fmla="*/ 6858000 h 6858000"/>
              <a:gd name="connsiteX12" fmla="*/ 4856472 w 6175114"/>
              <a:gd name="connsiteY12" fmla="*/ 6790487 h 6858000"/>
              <a:gd name="connsiteX13" fmla="*/ 3419067 w 6175114"/>
              <a:gd name="connsiteY13" fmla="*/ 5837920 h 6858000"/>
              <a:gd name="connsiteX14" fmla="*/ 2099173 w 6175114"/>
              <a:gd name="connsiteY14" fmla="*/ 5265482 h 6858000"/>
              <a:gd name="connsiteX15" fmla="*/ 0 w 6175114"/>
              <a:gd name="connsiteY15" fmla="*/ 2434764 h 6858000"/>
              <a:gd name="connsiteX16" fmla="*/ 1315163 w 6175114"/>
              <a:gd name="connsiteY16" fmla="*/ 16279 h 6858000"/>
              <a:gd name="connsiteX17" fmla="*/ 1341004 w 6175114"/>
              <a:gd name="connsiteY1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175114" h="6858000">
                <a:moveTo>
                  <a:pt x="1341004" y="0"/>
                </a:moveTo>
                <a:lnTo>
                  <a:pt x="6175114" y="0"/>
                </a:lnTo>
                <a:lnTo>
                  <a:pt x="6175114" y="1753853"/>
                </a:lnTo>
                <a:lnTo>
                  <a:pt x="5820369" y="2196189"/>
                </a:lnTo>
                <a:cubicBezTo>
                  <a:pt x="5120645" y="1703218"/>
                  <a:pt x="4405009" y="1432910"/>
                  <a:pt x="3753019" y="1432910"/>
                </a:cubicBezTo>
                <a:cubicBezTo>
                  <a:pt x="2989739" y="1432910"/>
                  <a:pt x="2496678" y="1735039"/>
                  <a:pt x="2496678" y="2275742"/>
                </a:cubicBezTo>
                <a:cubicBezTo>
                  <a:pt x="2496678" y="2880092"/>
                  <a:pt x="3148671" y="3086756"/>
                  <a:pt x="4071059" y="3452528"/>
                </a:cubicBezTo>
                <a:lnTo>
                  <a:pt x="5359131" y="3977321"/>
                </a:lnTo>
                <a:cubicBezTo>
                  <a:pt x="5600645" y="4072737"/>
                  <a:pt x="5823711" y="4180452"/>
                  <a:pt x="6026758" y="4302039"/>
                </a:cubicBezTo>
                <a:lnTo>
                  <a:pt x="6175114" y="4397461"/>
                </a:lnTo>
                <a:lnTo>
                  <a:pt x="6175114" y="6858000"/>
                </a:lnTo>
                <a:lnTo>
                  <a:pt x="4869473" y="6858000"/>
                </a:lnTo>
                <a:lnTo>
                  <a:pt x="4856472" y="6790487"/>
                </a:lnTo>
                <a:cubicBezTo>
                  <a:pt x="4737539" y="6344090"/>
                  <a:pt x="4212235" y="6157971"/>
                  <a:pt x="3419067" y="5837920"/>
                </a:cubicBezTo>
                <a:lnTo>
                  <a:pt x="2099173" y="5265482"/>
                </a:lnTo>
                <a:cubicBezTo>
                  <a:pt x="1001854" y="4836066"/>
                  <a:pt x="0" y="3929589"/>
                  <a:pt x="0" y="2434764"/>
                </a:cubicBezTo>
                <a:cubicBezTo>
                  <a:pt x="0" y="1459726"/>
                  <a:pt x="493110" y="590353"/>
                  <a:pt x="1315163" y="16279"/>
                </a:cubicBezTo>
                <a:lnTo>
                  <a:pt x="1341004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917A6-AC6D-490C-947C-C8BDB0A5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6" y="3257550"/>
            <a:ext cx="4203247" cy="743744"/>
          </a:xfrm>
        </p:spPr>
        <p:txBody>
          <a:bodyPr lIns="0" anchor="t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456" y="4238625"/>
            <a:ext cx="4203247" cy="180022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F96520-E4CE-4EAD-8ABF-1D2297D6B3A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F3408D-E369-4A9E-ABF8-0D643DDD2F9A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3048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78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83479E-F517-4F8A-9382-5B73D75104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16886" y="0"/>
            <a:ext cx="6175114" cy="6858000"/>
          </a:xfrm>
          <a:custGeom>
            <a:avLst/>
            <a:gdLst>
              <a:gd name="connsiteX0" fmla="*/ 1341004 w 6175114"/>
              <a:gd name="connsiteY0" fmla="*/ 0 h 6858000"/>
              <a:gd name="connsiteX1" fmla="*/ 6175114 w 6175114"/>
              <a:gd name="connsiteY1" fmla="*/ 0 h 6858000"/>
              <a:gd name="connsiteX2" fmla="*/ 6175114 w 6175114"/>
              <a:gd name="connsiteY2" fmla="*/ 1753853 h 6858000"/>
              <a:gd name="connsiteX3" fmla="*/ 5820369 w 6175114"/>
              <a:gd name="connsiteY3" fmla="*/ 2196189 h 6858000"/>
              <a:gd name="connsiteX4" fmla="*/ 3753019 w 6175114"/>
              <a:gd name="connsiteY4" fmla="*/ 1432910 h 6858000"/>
              <a:gd name="connsiteX5" fmla="*/ 2496678 w 6175114"/>
              <a:gd name="connsiteY5" fmla="*/ 2275742 h 6858000"/>
              <a:gd name="connsiteX6" fmla="*/ 4071059 w 6175114"/>
              <a:gd name="connsiteY6" fmla="*/ 3452528 h 6858000"/>
              <a:gd name="connsiteX7" fmla="*/ 5359131 w 6175114"/>
              <a:gd name="connsiteY7" fmla="*/ 3977321 h 6858000"/>
              <a:gd name="connsiteX8" fmla="*/ 6026758 w 6175114"/>
              <a:gd name="connsiteY8" fmla="*/ 4302039 h 6858000"/>
              <a:gd name="connsiteX9" fmla="*/ 6175114 w 6175114"/>
              <a:gd name="connsiteY9" fmla="*/ 4397461 h 6858000"/>
              <a:gd name="connsiteX10" fmla="*/ 6175114 w 6175114"/>
              <a:gd name="connsiteY10" fmla="*/ 6858000 h 6858000"/>
              <a:gd name="connsiteX11" fmla="*/ 4869473 w 6175114"/>
              <a:gd name="connsiteY11" fmla="*/ 6858000 h 6858000"/>
              <a:gd name="connsiteX12" fmla="*/ 4856472 w 6175114"/>
              <a:gd name="connsiteY12" fmla="*/ 6790487 h 6858000"/>
              <a:gd name="connsiteX13" fmla="*/ 3419067 w 6175114"/>
              <a:gd name="connsiteY13" fmla="*/ 5837920 h 6858000"/>
              <a:gd name="connsiteX14" fmla="*/ 2099173 w 6175114"/>
              <a:gd name="connsiteY14" fmla="*/ 5265482 h 6858000"/>
              <a:gd name="connsiteX15" fmla="*/ 0 w 6175114"/>
              <a:gd name="connsiteY15" fmla="*/ 2434764 h 6858000"/>
              <a:gd name="connsiteX16" fmla="*/ 1315163 w 6175114"/>
              <a:gd name="connsiteY16" fmla="*/ 1627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175114" h="6858000">
                <a:moveTo>
                  <a:pt x="1341004" y="0"/>
                </a:moveTo>
                <a:lnTo>
                  <a:pt x="6175114" y="0"/>
                </a:lnTo>
                <a:lnTo>
                  <a:pt x="6175114" y="1753853"/>
                </a:lnTo>
                <a:lnTo>
                  <a:pt x="5820369" y="2196189"/>
                </a:lnTo>
                <a:cubicBezTo>
                  <a:pt x="5120645" y="1703218"/>
                  <a:pt x="4405009" y="1432910"/>
                  <a:pt x="3753019" y="1432910"/>
                </a:cubicBezTo>
                <a:cubicBezTo>
                  <a:pt x="2989739" y="1432910"/>
                  <a:pt x="2496678" y="1735039"/>
                  <a:pt x="2496678" y="2275742"/>
                </a:cubicBezTo>
                <a:cubicBezTo>
                  <a:pt x="2496678" y="2880092"/>
                  <a:pt x="3148671" y="3086756"/>
                  <a:pt x="4071059" y="3452528"/>
                </a:cubicBezTo>
                <a:lnTo>
                  <a:pt x="5359131" y="3977321"/>
                </a:lnTo>
                <a:cubicBezTo>
                  <a:pt x="5600645" y="4072737"/>
                  <a:pt x="5823711" y="4180452"/>
                  <a:pt x="6026758" y="4302039"/>
                </a:cubicBezTo>
                <a:lnTo>
                  <a:pt x="6175114" y="4397461"/>
                </a:lnTo>
                <a:lnTo>
                  <a:pt x="6175114" y="6858000"/>
                </a:lnTo>
                <a:lnTo>
                  <a:pt x="4869473" y="6858000"/>
                </a:lnTo>
                <a:lnTo>
                  <a:pt x="4856472" y="6790487"/>
                </a:lnTo>
                <a:cubicBezTo>
                  <a:pt x="4737539" y="6344090"/>
                  <a:pt x="4212235" y="6157971"/>
                  <a:pt x="3419067" y="5837920"/>
                </a:cubicBezTo>
                <a:lnTo>
                  <a:pt x="2099173" y="5265482"/>
                </a:lnTo>
                <a:cubicBezTo>
                  <a:pt x="1001854" y="4836066"/>
                  <a:pt x="0" y="3929589"/>
                  <a:pt x="0" y="2434764"/>
                </a:cubicBezTo>
                <a:cubicBezTo>
                  <a:pt x="0" y="1459726"/>
                  <a:pt x="493110" y="590353"/>
                  <a:pt x="1315163" y="1627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917A6-AC6D-490C-947C-C8BDB0A5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6" y="3257550"/>
            <a:ext cx="4203247" cy="743744"/>
          </a:xfrm>
        </p:spPr>
        <p:txBody>
          <a:bodyPr lIns="0" anchor="t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456" y="4238625"/>
            <a:ext cx="4203247" cy="180022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F96520-E4CE-4EAD-8ABF-1D2297D6B3A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F3408D-E369-4A9E-ABF8-0D643DDD2F9A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3048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78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34186" y="2903538"/>
            <a:ext cx="3104198" cy="345475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34141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41894" y="2903538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2223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9601" y="2903538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50305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6CB12E29-CEAA-4595-B65C-5BE0B527CD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33811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9A5A9E4A-8FA1-4B1A-86F3-162A0ED25F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3766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1656AF90-4012-4B9E-81A7-2796EE40AE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41519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E34BCA93-D058-4D61-BAE5-2671E15723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41848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BE8C5BE-9959-40C7-83C2-546EBFBC14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9226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FC20880-2D17-4854-A424-DED10A8A8D3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49930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7A579D-F737-4350-8205-BCA37BAFE1AB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003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50921" y="2145859"/>
            <a:ext cx="5042568" cy="345473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50922" y="2491335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419184"/>
            <a:ext cx="2362200" cy="1110286"/>
          </a:xfrm>
        </p:spPr>
        <p:txBody>
          <a:bodyPr lIns="0" anchor="b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E6C37A20-957D-4B0B-AC33-7DD21D99A6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50921" y="3198051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50922" y="3543527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D09685A-53BF-4E9B-BD7F-C77B60165D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50921" y="5302434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50922" y="5647910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AE158F00-CB9F-4C14-B6F0-47E4F70191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0921" y="4250243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07878182-5985-41C8-B69F-9DB9EC1313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0922" y="4595719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8873A5-9160-4B79-B9CB-CBE583030B0E}"/>
              </a:ext>
            </a:extLst>
          </p:cNvPr>
          <p:cNvCxnSpPr>
            <a:cxnSpLocks/>
          </p:cNvCxnSpPr>
          <p:nvPr userDrawn="1"/>
        </p:nvCxnSpPr>
        <p:spPr>
          <a:xfrm>
            <a:off x="3766456" y="-16561"/>
            <a:ext cx="0" cy="687456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4D9D5EA-266D-4541-BA3F-22BC31AAB6AA}"/>
              </a:ext>
            </a:extLst>
          </p:cNvPr>
          <p:cNvCxnSpPr/>
          <p:nvPr userDrawn="1"/>
        </p:nvCxnSpPr>
        <p:spPr>
          <a:xfrm>
            <a:off x="-1" y="1676400"/>
            <a:ext cx="1219199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880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, and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2B5F8DD-B338-48F8-9DF4-E1A31DFCB5B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" y="0"/>
            <a:ext cx="6694955" cy="6858000"/>
          </a:xfrm>
          <a:custGeom>
            <a:avLst/>
            <a:gdLst>
              <a:gd name="connsiteX0" fmla="*/ 0 w 6694955"/>
              <a:gd name="connsiteY0" fmla="*/ 0 h 6858000"/>
              <a:gd name="connsiteX1" fmla="*/ 6694955 w 6694955"/>
              <a:gd name="connsiteY1" fmla="*/ 0 h 6858000"/>
              <a:gd name="connsiteX2" fmla="*/ 2589160 w 6694955"/>
              <a:gd name="connsiteY2" fmla="*/ 6857732 h 6858000"/>
              <a:gd name="connsiteX3" fmla="*/ 0 w 66949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4955" h="6858000">
                <a:moveTo>
                  <a:pt x="0" y="0"/>
                </a:moveTo>
                <a:lnTo>
                  <a:pt x="6694955" y="0"/>
                </a:lnTo>
                <a:lnTo>
                  <a:pt x="2589160" y="6857732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44768" y="2069658"/>
            <a:ext cx="5042568" cy="345476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4768" y="2415134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1633" y="690928"/>
            <a:ext cx="4501910" cy="732282"/>
          </a:xfrm>
        </p:spPr>
        <p:txBody>
          <a:bodyPr lIns="0" anchor="b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E6C37A20-957D-4B0B-AC33-7DD21D99A6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00006" y="3587638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00007" y="3933114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D09685A-53BF-4E9B-BD7F-C77B60165D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98264" y="5105618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98264" y="5451094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64273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F5EB3F05-D570-4C10-88F4-F6BC15CF1F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2700"/>
            <a:ext cx="7080595" cy="6870700"/>
          </a:xfrm>
          <a:custGeom>
            <a:avLst/>
            <a:gdLst>
              <a:gd name="connsiteX0" fmla="*/ 0 w 7080595"/>
              <a:gd name="connsiteY0" fmla="*/ 0 h 6870700"/>
              <a:gd name="connsiteX1" fmla="*/ 7080595 w 7080595"/>
              <a:gd name="connsiteY1" fmla="*/ 0 h 6870700"/>
              <a:gd name="connsiteX2" fmla="*/ 7080595 w 7080595"/>
              <a:gd name="connsiteY2" fmla="*/ 1883211 h 6870700"/>
              <a:gd name="connsiteX3" fmla="*/ 4515477 w 7080595"/>
              <a:gd name="connsiteY3" fmla="*/ 1883211 h 6870700"/>
              <a:gd name="connsiteX4" fmla="*/ 4515477 w 7080595"/>
              <a:gd name="connsiteY4" fmla="*/ 6870700 h 6870700"/>
              <a:gd name="connsiteX5" fmla="*/ 2269215 w 7080595"/>
              <a:gd name="connsiteY5" fmla="*/ 6870700 h 6870700"/>
              <a:gd name="connsiteX6" fmla="*/ 2269215 w 7080595"/>
              <a:gd name="connsiteY6" fmla="*/ 1883211 h 6870700"/>
              <a:gd name="connsiteX7" fmla="*/ 0 w 7080595"/>
              <a:gd name="connsiteY7" fmla="*/ 1883211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80595" h="6870700">
                <a:moveTo>
                  <a:pt x="0" y="0"/>
                </a:moveTo>
                <a:lnTo>
                  <a:pt x="7080595" y="0"/>
                </a:lnTo>
                <a:lnTo>
                  <a:pt x="7080595" y="1883211"/>
                </a:lnTo>
                <a:lnTo>
                  <a:pt x="4515477" y="1883211"/>
                </a:lnTo>
                <a:lnTo>
                  <a:pt x="4515477" y="6870700"/>
                </a:lnTo>
                <a:lnTo>
                  <a:pt x="2269215" y="6870700"/>
                </a:lnTo>
                <a:lnTo>
                  <a:pt x="2269215" y="1883211"/>
                </a:lnTo>
                <a:lnTo>
                  <a:pt x="0" y="18832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FEA6F9E-1C21-4644-8E2A-AD5673EE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799" y="2318657"/>
            <a:ext cx="4203247" cy="1440996"/>
          </a:xfrm>
        </p:spPr>
        <p:txBody>
          <a:bodyPr lIns="0" anchor="b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C1D1C8A-E829-4284-AB95-2DD0C7BAA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799" y="4147457"/>
            <a:ext cx="4203247" cy="153216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C539CF-E024-420D-BFED-5F2212DA8CE3}"/>
              </a:ext>
            </a:extLst>
          </p:cNvPr>
          <p:cNvCxnSpPr>
            <a:cxnSpLocks/>
          </p:cNvCxnSpPr>
          <p:nvPr userDrawn="1"/>
        </p:nvCxnSpPr>
        <p:spPr>
          <a:xfrm>
            <a:off x="-1" y="4376058"/>
            <a:ext cx="70539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97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A5404BE-7C49-4381-8FC0-95A496CFB4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9B922914-E333-400C-A083-27A44BE79C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50085" y="4546575"/>
            <a:ext cx="1500624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486A9052-3614-4622-A421-1D20E5B311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77374" y="275039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F3ADE3E-3D48-4C5D-9FE4-2D7A263158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2380" y="903514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B49215A-DBBC-4C0F-A6A8-DFB2D54643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77374" y="89707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BB770-F6A6-44A3-BCE1-BCCCC1E8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143" y="5201920"/>
            <a:ext cx="5747657" cy="992505"/>
          </a:xfrm>
        </p:spPr>
        <p:txBody>
          <a:bodyPr anchor="ctr">
            <a:normAutofit/>
          </a:bodyPr>
          <a:lstStyle>
            <a:lvl1pPr>
              <a:defRPr sz="48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A6A04B8C-D941-483E-B669-7436C535C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5384" y="1857932"/>
            <a:ext cx="922101" cy="2445893"/>
          </a:xfrm>
          <a:custGeom>
            <a:avLst/>
            <a:gdLst>
              <a:gd name="connsiteX0" fmla="*/ 922101 w 922101"/>
              <a:gd name="connsiteY0" fmla="*/ 2615575 h 2615575"/>
              <a:gd name="connsiteX1" fmla="*/ 922101 w 922101"/>
              <a:gd name="connsiteY1" fmla="*/ 1134894 h 2615575"/>
              <a:gd name="connsiteX2" fmla="*/ 922101 w 922101"/>
              <a:gd name="connsiteY2" fmla="*/ 0 h 2615575"/>
              <a:gd name="connsiteX3" fmla="*/ 0 w 922101"/>
              <a:gd name="connsiteY3" fmla="*/ 0 h 2615575"/>
              <a:gd name="connsiteX0" fmla="*/ 922101 w 922101"/>
              <a:gd name="connsiteY0" fmla="*/ 2332208 h 2332208"/>
              <a:gd name="connsiteX1" fmla="*/ 922101 w 922101"/>
              <a:gd name="connsiteY1" fmla="*/ 1134894 h 2332208"/>
              <a:gd name="connsiteX2" fmla="*/ 922101 w 922101"/>
              <a:gd name="connsiteY2" fmla="*/ 0 h 2332208"/>
              <a:gd name="connsiteX3" fmla="*/ 0 w 922101"/>
              <a:gd name="connsiteY3" fmla="*/ 0 h 233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101" h="2332208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7A6DC6C6-E9EB-405C-A68E-EE8EEBBCA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45311" y="1857400"/>
            <a:ext cx="691575" cy="8866"/>
          </a:xfrm>
          <a:custGeom>
            <a:avLst/>
            <a:gdLst>
              <a:gd name="connsiteX0" fmla="*/ 691576 w 691575"/>
              <a:gd name="connsiteY0" fmla="*/ 0 h 8866"/>
              <a:gd name="connsiteX1" fmla="*/ 0 w 691575"/>
              <a:gd name="connsiteY1" fmla="*/ 0 h 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1575" h="8866">
                <a:moveTo>
                  <a:pt x="691576" y="0"/>
                </a:moveTo>
                <a:lnTo>
                  <a:pt x="0" y="0"/>
                </a:lnTo>
              </a:path>
            </a:pathLst>
          </a:custGeom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028B5C16-2909-487D-BE4D-A794F3BA7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5384" y="1857931"/>
            <a:ext cx="922101" cy="2573623"/>
          </a:xfrm>
          <a:custGeom>
            <a:avLst/>
            <a:gdLst>
              <a:gd name="connsiteX0" fmla="*/ 922101 w 922101"/>
              <a:gd name="connsiteY0" fmla="*/ 2615575 h 2615575"/>
              <a:gd name="connsiteX1" fmla="*/ 922101 w 922101"/>
              <a:gd name="connsiteY1" fmla="*/ 1134894 h 2615575"/>
              <a:gd name="connsiteX2" fmla="*/ 922101 w 922101"/>
              <a:gd name="connsiteY2" fmla="*/ 0 h 2615575"/>
              <a:gd name="connsiteX3" fmla="*/ 0 w 922101"/>
              <a:gd name="connsiteY3" fmla="*/ 0 h 2615575"/>
              <a:gd name="connsiteX0" fmla="*/ 922101 w 922101"/>
              <a:gd name="connsiteY0" fmla="*/ 2332208 h 2332208"/>
              <a:gd name="connsiteX1" fmla="*/ 922101 w 922101"/>
              <a:gd name="connsiteY1" fmla="*/ 1134894 h 2332208"/>
              <a:gd name="connsiteX2" fmla="*/ 922101 w 922101"/>
              <a:gd name="connsiteY2" fmla="*/ 0 h 2332208"/>
              <a:gd name="connsiteX3" fmla="*/ 0 w 922101"/>
              <a:gd name="connsiteY3" fmla="*/ 0 h 233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101" h="2332208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16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orient="horz" pos="1584" userDrawn="1">
          <p15:clr>
            <a:srgbClr val="FBAE40"/>
          </p15:clr>
        </p15:guide>
        <p15:guide id="3" orient="horz" pos="271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9EDF1B-BFF2-495C-B3B8-4EE6F48140F0}"/>
              </a:ext>
            </a:extLst>
          </p:cNvPr>
          <p:cNvSpPr/>
          <p:nvPr userDrawn="1"/>
        </p:nvSpPr>
        <p:spPr>
          <a:xfrm>
            <a:off x="8412200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9F2809-C0D4-4624-9BF4-7A5A02FC6504}"/>
              </a:ext>
            </a:extLst>
          </p:cNvPr>
          <p:cNvSpPr/>
          <p:nvPr userDrawn="1"/>
        </p:nvSpPr>
        <p:spPr>
          <a:xfrm>
            <a:off x="1034142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38AFF1-A7FF-4F75-9E57-C1827806B34E}"/>
              </a:ext>
            </a:extLst>
          </p:cNvPr>
          <p:cNvSpPr/>
          <p:nvPr userDrawn="1"/>
        </p:nvSpPr>
        <p:spPr>
          <a:xfrm>
            <a:off x="4706975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4142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 1</a:t>
            </a:r>
            <a:endParaRPr lang="en-ZA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34142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AA3FE14-6E13-47C9-A512-83A96F3D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83A9ED-5F19-4646-ADCE-C829C97154DC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187F4BE-3AD3-4857-B0A9-A9285E52D81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06975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 2</a:t>
            </a:r>
            <a:endParaRPr lang="en-ZA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5F81158B-DA52-484D-8105-92B77E4DC46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06975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9AFDDE4E-007E-431B-937C-1B26959515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412200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 3</a:t>
            </a:r>
            <a:endParaRPr lang="en-ZA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B096111-A95B-402E-B431-43D852C9E2A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412200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7EDA1598-95B9-4907-B9B9-46A0B9ACC8D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63AF9C34-CC92-4EDC-9D5F-1FABCEB8740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EAEA54FD-376F-4285-9684-F9DFDE0B472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6775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FBFD526-F385-422D-A7A7-BCE72D8141B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3"/>
            <a:ext cx="5288281" cy="6857999"/>
          </a:xfrm>
          <a:custGeom>
            <a:avLst/>
            <a:gdLst>
              <a:gd name="connsiteX0" fmla="*/ 0 w 5288281"/>
              <a:gd name="connsiteY0" fmla="*/ 0 h 6857999"/>
              <a:gd name="connsiteX1" fmla="*/ 1707378 w 5288281"/>
              <a:gd name="connsiteY1" fmla="*/ 0 h 6857999"/>
              <a:gd name="connsiteX2" fmla="*/ 1707378 w 5288281"/>
              <a:gd name="connsiteY2" fmla="*/ 1511096 h 6857999"/>
              <a:gd name="connsiteX3" fmla="*/ 5288281 w 5288281"/>
              <a:gd name="connsiteY3" fmla="*/ 1511096 h 6857999"/>
              <a:gd name="connsiteX4" fmla="*/ 5288281 w 5288281"/>
              <a:gd name="connsiteY4" fmla="*/ 3253159 h 6857999"/>
              <a:gd name="connsiteX5" fmla="*/ 1707378 w 5288281"/>
              <a:gd name="connsiteY5" fmla="*/ 3253159 h 6857999"/>
              <a:gd name="connsiteX6" fmla="*/ 1707378 w 5288281"/>
              <a:gd name="connsiteY6" fmla="*/ 5115860 h 6857999"/>
              <a:gd name="connsiteX7" fmla="*/ 5272034 w 5288281"/>
              <a:gd name="connsiteY7" fmla="*/ 5115860 h 6857999"/>
              <a:gd name="connsiteX8" fmla="*/ 5272034 w 5288281"/>
              <a:gd name="connsiteY8" fmla="*/ 6857999 h 6857999"/>
              <a:gd name="connsiteX9" fmla="*/ 0 w 5288281"/>
              <a:gd name="connsiteY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88281" h="6857999">
                <a:moveTo>
                  <a:pt x="0" y="0"/>
                </a:moveTo>
                <a:lnTo>
                  <a:pt x="1707378" y="0"/>
                </a:lnTo>
                <a:lnTo>
                  <a:pt x="1707378" y="1511096"/>
                </a:lnTo>
                <a:lnTo>
                  <a:pt x="5288281" y="1511096"/>
                </a:lnTo>
                <a:lnTo>
                  <a:pt x="5288281" y="3253159"/>
                </a:lnTo>
                <a:lnTo>
                  <a:pt x="1707378" y="3253159"/>
                </a:lnTo>
                <a:lnTo>
                  <a:pt x="1707378" y="5115860"/>
                </a:lnTo>
                <a:lnTo>
                  <a:pt x="5272034" y="5115860"/>
                </a:lnTo>
                <a:lnTo>
                  <a:pt x="5272034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B2DB8B03-EE62-48FF-8583-59DFBBED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3720" y="1419438"/>
            <a:ext cx="4450080" cy="924808"/>
          </a:xfrm>
        </p:spPr>
        <p:txBody>
          <a:bodyPr lIns="0" anchor="t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EAF98237-032C-4FA5-B76D-C29FB5F6FF7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66082" y="3009550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44353DAE-0553-4AB4-8929-C4F0C1424E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66082" y="4017086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9651CB4B-B007-4E99-9371-20279E8FF7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66082" y="4957948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C0437717-0C1B-4589-AEF7-D8E934F4119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3720" y="2816574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E01B6B4-5A67-4429-A312-A531EC3BF42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03720" y="3805802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1673722D-82CF-4D94-9D83-D95A8DE5ACE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03721" y="4795030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05767D4F-E20C-4F37-B411-A7F221B6A8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29106" y="3074238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2" name="Text Placeholder 18">
            <a:extLst>
              <a:ext uri="{FF2B5EF4-FFF2-40B4-BE49-F238E27FC236}">
                <a16:creationId xmlns:a16="http://schemas.microsoft.com/office/drawing/2014/main" id="{BB90A96A-A614-41C0-9759-F6C15AE680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29106" y="4074889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3" name="Text Placeholder 18">
            <a:extLst>
              <a:ext uri="{FF2B5EF4-FFF2-40B4-BE49-F238E27FC236}">
                <a16:creationId xmlns:a16="http://schemas.microsoft.com/office/drawing/2014/main" id="{983AE7FC-57B1-4AB3-8EAA-A85904DBBE9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29106" y="5016921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8AECD175-60EB-459F-BA4C-8E4DE7BC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1/7/20XX</a:t>
            </a: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2180FF4C-4A98-4E30-B414-026CEECAE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9498BBC0-E864-44E0-8C60-D13DC062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90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F48E-4E21-421F-A044-1D5C607BF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429000"/>
            <a:ext cx="4114797" cy="27479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457200" indent="0">
              <a:lnSpc>
                <a:spcPct val="150000"/>
              </a:lnSpc>
              <a:buNone/>
              <a:defRPr sz="1200"/>
            </a:lvl2pPr>
            <a:lvl3pPr marL="914400" indent="0">
              <a:lnSpc>
                <a:spcPct val="150000"/>
              </a:lnSpc>
              <a:buNone/>
              <a:defRPr sz="1200"/>
            </a:lvl3pPr>
            <a:lvl4pPr marL="1371600" indent="0">
              <a:lnSpc>
                <a:spcPct val="150000"/>
              </a:lnSpc>
              <a:buNone/>
              <a:defRPr sz="1200"/>
            </a:lvl4pPr>
            <a:lvl5pPr marL="1828800" indent="0">
              <a:lnSpc>
                <a:spcPct val="150000"/>
              </a:lnSpc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70E23-CF91-4792-9B98-182E6804B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9003" y="3429000"/>
            <a:ext cx="4114797" cy="27479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457200" indent="0">
              <a:lnSpc>
                <a:spcPct val="150000"/>
              </a:lnSpc>
              <a:buNone/>
              <a:defRPr sz="1200"/>
            </a:lvl2pPr>
            <a:lvl3pPr marL="914400" indent="0">
              <a:lnSpc>
                <a:spcPct val="150000"/>
              </a:lnSpc>
              <a:buNone/>
              <a:defRPr sz="1200"/>
            </a:lvl3pPr>
            <a:lvl4pPr marL="1371600" indent="0">
              <a:lnSpc>
                <a:spcPct val="150000"/>
              </a:lnSpc>
              <a:buNone/>
              <a:defRPr sz="1200"/>
            </a:lvl4pPr>
            <a:lvl5pPr marL="1828800" indent="0">
              <a:lnSpc>
                <a:spcPct val="150000"/>
              </a:lnSpc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A2875-2896-4182-BA30-FB502AC9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2769E-89D2-4868-B2CF-A0759A62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500" y="6356350"/>
            <a:ext cx="8763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011F19-A2C9-4F67-A7F1-592B85FF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C8CFDC-095C-4312-A01D-7430D1FEAA6F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603500"/>
            <a:ext cx="0" cy="42545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DE385DE-9334-4CED-AD7E-F63A320B0512}"/>
              </a:ext>
            </a:extLst>
          </p:cNvPr>
          <p:cNvSpPr/>
          <p:nvPr userDrawn="1"/>
        </p:nvSpPr>
        <p:spPr>
          <a:xfrm>
            <a:off x="0" y="2324100"/>
            <a:ext cx="12192000" cy="63341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11839B3-0E6A-4750-8862-3A55B0FEF98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1" y="2413000"/>
            <a:ext cx="4114795" cy="49371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72DA832-BD58-447B-A20E-EA3A7F4EAFF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239003" y="2413000"/>
            <a:ext cx="4114797" cy="49371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64EBCEB5-BD23-4BD0-BB31-DF6A631D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2" y="6356350"/>
            <a:ext cx="3038469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Pitch deck</a:t>
            </a:r>
          </a:p>
        </p:txBody>
      </p:sp>
    </p:spTree>
    <p:extLst>
      <p:ext uri="{BB962C8B-B14F-4D97-AF65-F5344CB8AC3E}">
        <p14:creationId xmlns:p14="http://schemas.microsoft.com/office/powerpoint/2010/main" val="3348445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57335" y="182200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335" y="216748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E6C37A20-957D-4B0B-AC33-7DD21D99A6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80795" y="333998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80795" y="368546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D09685A-53BF-4E9B-BD7F-C77B60165D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1710" y="485796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1710" y="520344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4844B5-3E4A-4209-AD6C-31EB9B57D62E}"/>
              </a:ext>
            </a:extLst>
          </p:cNvPr>
          <p:cNvCxnSpPr>
            <a:cxnSpLocks/>
          </p:cNvCxnSpPr>
          <p:nvPr userDrawn="1"/>
        </p:nvCxnSpPr>
        <p:spPr>
          <a:xfrm flipV="1">
            <a:off x="4369950" y="805543"/>
            <a:ext cx="3648352" cy="6052189"/>
          </a:xfrm>
          <a:prstGeom prst="straightConnector1">
            <a:avLst/>
          </a:prstGeom>
          <a:ln w="1905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1519057B-4248-4880-A89E-5DCBBB15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601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7A5A-4225-417D-92C6-1C9A16E3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F48E-4E21-421F-A044-1D5C607BF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70E23-CF91-4792-9B98-182E6804B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A2875-2896-4182-BA30-FB502AC9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BA8EE-BF3B-4E61-9241-4BC605B3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2769E-89D2-4868-B2CF-A0759A62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0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1C53D-85FC-41D8-9A69-F4734072C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4142" y="2046288"/>
            <a:ext cx="554445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446CE-03E2-409B-B8EF-7C188C1E6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4142" y="3162300"/>
            <a:ext cx="5544458" cy="3027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4FC59-2ADF-4A3F-BBF9-07FF02220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40588" y="2046288"/>
            <a:ext cx="4114800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7F889E-7C42-4396-AEE8-7B337AFAF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0588" y="3162300"/>
            <a:ext cx="4114800" cy="3027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3D57D1-26E8-4CE2-AAA6-482AA55F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24918E-7FEA-4406-B5C4-9CA22363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15B8D0-7EB3-42DC-AD4D-51B34268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FF7DCBA-487E-4B33-BB90-0DADF952C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79E440-088D-4C5E-AE96-53292A60A147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251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0725E520-0935-477C-B878-46FB86CBC8F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66" name="Text Placeholder 10">
            <a:extLst>
              <a:ext uri="{FF2B5EF4-FFF2-40B4-BE49-F238E27FC236}">
                <a16:creationId xmlns:a16="http://schemas.microsoft.com/office/drawing/2014/main" id="{0BAB839B-C0B3-49D9-93B1-5D319192733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67" name="Text Placeholder 10">
            <a:extLst>
              <a:ext uri="{FF2B5EF4-FFF2-40B4-BE49-F238E27FC236}">
                <a16:creationId xmlns:a16="http://schemas.microsoft.com/office/drawing/2014/main" id="{F2891C81-643F-4485-8878-D983E69851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E53DAE78-3159-4EB0-A438-9144A5933A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BA1CD986-472B-4D31-8623-F00075A77C8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82A9BEA6-0392-4EE3-96F2-A3F13734A96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71" name="Text Placeholder 10">
            <a:extLst>
              <a:ext uri="{FF2B5EF4-FFF2-40B4-BE49-F238E27FC236}">
                <a16:creationId xmlns:a16="http://schemas.microsoft.com/office/drawing/2014/main" id="{9619E248-6E4E-465E-81BF-9E47CC80A9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2" name="Text Placeholder 10">
            <a:extLst>
              <a:ext uri="{FF2B5EF4-FFF2-40B4-BE49-F238E27FC236}">
                <a16:creationId xmlns:a16="http://schemas.microsoft.com/office/drawing/2014/main" id="{13DAD327-1BD3-4303-8DAD-ECA2C35425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3" name="Text Placeholder 10">
            <a:extLst>
              <a:ext uri="{FF2B5EF4-FFF2-40B4-BE49-F238E27FC236}">
                <a16:creationId xmlns:a16="http://schemas.microsoft.com/office/drawing/2014/main" id="{275CD065-10DF-4ACE-837B-F9FB8B6AD92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4" name="Text Placeholder 10">
            <a:extLst>
              <a:ext uri="{FF2B5EF4-FFF2-40B4-BE49-F238E27FC236}">
                <a16:creationId xmlns:a16="http://schemas.microsoft.com/office/drawing/2014/main" id="{E3C25243-C679-4438-8E70-46CE24EA385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5" name="Text Placeholder 10">
            <a:extLst>
              <a:ext uri="{FF2B5EF4-FFF2-40B4-BE49-F238E27FC236}">
                <a16:creationId xmlns:a16="http://schemas.microsoft.com/office/drawing/2014/main" id="{0D77C9D6-55CB-4EED-B1C7-E4E4E8A297B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6" name="Text Placeholder 10">
            <a:extLst>
              <a:ext uri="{FF2B5EF4-FFF2-40B4-BE49-F238E27FC236}">
                <a16:creationId xmlns:a16="http://schemas.microsoft.com/office/drawing/2014/main" id="{23C3DEA6-1FC3-4355-B3E0-2D3F7A759D7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7" name="Text Placeholder 10">
            <a:extLst>
              <a:ext uri="{FF2B5EF4-FFF2-40B4-BE49-F238E27FC236}">
                <a16:creationId xmlns:a16="http://schemas.microsoft.com/office/drawing/2014/main" id="{DC97B6D5-E938-4B4E-A34E-CF67AAEA3FA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8" name="Text Placeholder 10">
            <a:extLst>
              <a:ext uri="{FF2B5EF4-FFF2-40B4-BE49-F238E27FC236}">
                <a16:creationId xmlns:a16="http://schemas.microsoft.com/office/drawing/2014/main" id="{3D360651-EA9D-47C5-BAFD-1333E46070E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9" name="Text Placeholder 10">
            <a:extLst>
              <a:ext uri="{FF2B5EF4-FFF2-40B4-BE49-F238E27FC236}">
                <a16:creationId xmlns:a16="http://schemas.microsoft.com/office/drawing/2014/main" id="{838AC118-56E0-4709-A8EA-479D52BC903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0" name="Text Placeholder 10">
            <a:extLst>
              <a:ext uri="{FF2B5EF4-FFF2-40B4-BE49-F238E27FC236}">
                <a16:creationId xmlns:a16="http://schemas.microsoft.com/office/drawing/2014/main" id="{16E09ED2-C095-4765-A070-30FA731D598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1" name="Text Placeholder 10">
            <a:extLst>
              <a:ext uri="{FF2B5EF4-FFF2-40B4-BE49-F238E27FC236}">
                <a16:creationId xmlns:a16="http://schemas.microsoft.com/office/drawing/2014/main" id="{E68C63A9-460B-4702-8C01-F7D115E3745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2" name="Text Placeholder 10">
            <a:extLst>
              <a:ext uri="{FF2B5EF4-FFF2-40B4-BE49-F238E27FC236}">
                <a16:creationId xmlns:a16="http://schemas.microsoft.com/office/drawing/2014/main" id="{DE41A2AF-2485-44D6-BC1A-EF0FE08B41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3" name="Text Placeholder 10">
            <a:extLst>
              <a:ext uri="{FF2B5EF4-FFF2-40B4-BE49-F238E27FC236}">
                <a16:creationId xmlns:a16="http://schemas.microsoft.com/office/drawing/2014/main" id="{F2B4E330-5CCA-403E-ABED-C16AE1E54CE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4" name="Text Placeholder 10">
            <a:extLst>
              <a:ext uri="{FF2B5EF4-FFF2-40B4-BE49-F238E27FC236}">
                <a16:creationId xmlns:a16="http://schemas.microsoft.com/office/drawing/2014/main" id="{14F318D0-C189-42DB-9344-F972B6C318C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5" name="Text Placeholder 10">
            <a:extLst>
              <a:ext uri="{FF2B5EF4-FFF2-40B4-BE49-F238E27FC236}">
                <a16:creationId xmlns:a16="http://schemas.microsoft.com/office/drawing/2014/main" id="{2F91040A-FCDF-472E-BD0E-7406A11EADE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6" name="Text Placeholder 10">
            <a:extLst>
              <a:ext uri="{FF2B5EF4-FFF2-40B4-BE49-F238E27FC236}">
                <a16:creationId xmlns:a16="http://schemas.microsoft.com/office/drawing/2014/main" id="{822D0DA0-B558-4EDE-A9B5-3251081B124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7" name="Text Placeholder 10">
            <a:extLst>
              <a:ext uri="{FF2B5EF4-FFF2-40B4-BE49-F238E27FC236}">
                <a16:creationId xmlns:a16="http://schemas.microsoft.com/office/drawing/2014/main" id="{8E65624D-C451-48FA-8C52-CDDEBFDD4B2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8" name="Text Placeholder 10">
            <a:extLst>
              <a:ext uri="{FF2B5EF4-FFF2-40B4-BE49-F238E27FC236}">
                <a16:creationId xmlns:a16="http://schemas.microsoft.com/office/drawing/2014/main" id="{9068217F-B61B-4029-8D4E-C8B9B0D3B2B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9" name="Text Placeholder 10">
            <a:extLst>
              <a:ext uri="{FF2B5EF4-FFF2-40B4-BE49-F238E27FC236}">
                <a16:creationId xmlns:a16="http://schemas.microsoft.com/office/drawing/2014/main" id="{3D7BE839-15B9-43C2-89DD-6E7228B9C44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90" name="Text Placeholder 10">
            <a:extLst>
              <a:ext uri="{FF2B5EF4-FFF2-40B4-BE49-F238E27FC236}">
                <a16:creationId xmlns:a16="http://schemas.microsoft.com/office/drawing/2014/main" id="{0D6AB60F-6B1F-4691-B503-1F8A0E0FC94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214DEA4-9491-4860-B873-DEB133044C2E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cap="all" baseline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2" name="Title 1">
            <a:extLst>
              <a:ext uri="{FF2B5EF4-FFF2-40B4-BE49-F238E27FC236}">
                <a16:creationId xmlns:a16="http://schemas.microsoft.com/office/drawing/2014/main" id="{6B0A9777-9F2B-4D49-82F8-F78F1057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Date Placeholder 15">
            <a:extLst>
              <a:ext uri="{FF2B5EF4-FFF2-40B4-BE49-F238E27FC236}">
                <a16:creationId xmlns:a16="http://schemas.microsoft.com/office/drawing/2014/main" id="{9D17B4D8-1988-4798-ADA9-09A36970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1/7/20XX</a:t>
            </a:r>
          </a:p>
        </p:txBody>
      </p:sp>
      <p:sp>
        <p:nvSpPr>
          <p:cNvPr id="33" name="Footer Placeholder 16">
            <a:extLst>
              <a:ext uri="{FF2B5EF4-FFF2-40B4-BE49-F238E27FC236}">
                <a16:creationId xmlns:a16="http://schemas.microsoft.com/office/drawing/2014/main" id="{94BE7131-2BFE-4B6C-9526-604DC5F9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34" name="Slide Number Placeholder 17">
            <a:extLst>
              <a:ext uri="{FF2B5EF4-FFF2-40B4-BE49-F238E27FC236}">
                <a16:creationId xmlns:a16="http://schemas.microsoft.com/office/drawing/2014/main" id="{BCA841AE-6983-4830-ADB8-C8A6CE7CE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89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2" y="1850572"/>
            <a:ext cx="10134601" cy="4093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A22921-D059-426E-8623-0C4322D5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6206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4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7B19AA7-3B63-43B8-BE54-6F7F01B262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04817" y="2233881"/>
            <a:ext cx="3387182" cy="2390238"/>
          </a:xfrm>
          <a:custGeom>
            <a:avLst/>
            <a:gdLst>
              <a:gd name="connsiteX0" fmla="*/ 1033243 w 3387182"/>
              <a:gd name="connsiteY0" fmla="*/ 0 h 2390238"/>
              <a:gd name="connsiteX1" fmla="*/ 3387182 w 3387182"/>
              <a:gd name="connsiteY1" fmla="*/ 0 h 2390238"/>
              <a:gd name="connsiteX2" fmla="*/ 3378264 w 3387182"/>
              <a:gd name="connsiteY2" fmla="*/ 2390238 h 2390238"/>
              <a:gd name="connsiteX3" fmla="*/ 0 w 3387182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7182" h="2390238">
                <a:moveTo>
                  <a:pt x="1033243" y="0"/>
                </a:moveTo>
                <a:lnTo>
                  <a:pt x="3387182" y="0"/>
                </a:lnTo>
                <a:lnTo>
                  <a:pt x="3378264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B55057A-5AE4-4EAE-8E1E-189462BF31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90016" y="2233881"/>
            <a:ext cx="3917851" cy="2390238"/>
          </a:xfrm>
          <a:custGeom>
            <a:avLst/>
            <a:gdLst>
              <a:gd name="connsiteX0" fmla="*/ 1033243 w 3917851"/>
              <a:gd name="connsiteY0" fmla="*/ 0 h 2390238"/>
              <a:gd name="connsiteX1" fmla="*/ 3917851 w 3917851"/>
              <a:gd name="connsiteY1" fmla="*/ 0 h 2390238"/>
              <a:gd name="connsiteX2" fmla="*/ 2884608 w 3917851"/>
              <a:gd name="connsiteY2" fmla="*/ 2390238 h 2390238"/>
              <a:gd name="connsiteX3" fmla="*/ 0 w 3917851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7851" h="2390238">
                <a:moveTo>
                  <a:pt x="1033243" y="0"/>
                </a:moveTo>
                <a:lnTo>
                  <a:pt x="3917851" y="0"/>
                </a:lnTo>
                <a:lnTo>
                  <a:pt x="2884608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4433358-37F4-4631-87BD-71A4E90A4C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75215" y="2233881"/>
            <a:ext cx="3917851" cy="2390238"/>
          </a:xfrm>
          <a:custGeom>
            <a:avLst/>
            <a:gdLst>
              <a:gd name="connsiteX0" fmla="*/ 1033243 w 3917851"/>
              <a:gd name="connsiteY0" fmla="*/ 0 h 2390238"/>
              <a:gd name="connsiteX1" fmla="*/ 3917851 w 3917851"/>
              <a:gd name="connsiteY1" fmla="*/ 0 h 2390238"/>
              <a:gd name="connsiteX2" fmla="*/ 2884608 w 3917851"/>
              <a:gd name="connsiteY2" fmla="*/ 2390238 h 2390238"/>
              <a:gd name="connsiteX3" fmla="*/ 0 w 3917851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7851" h="2390238">
                <a:moveTo>
                  <a:pt x="1033243" y="0"/>
                </a:moveTo>
                <a:lnTo>
                  <a:pt x="3917851" y="0"/>
                </a:lnTo>
                <a:lnTo>
                  <a:pt x="2884608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663A4BE-7DD2-4FAC-B36C-6A1DAB0740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233881"/>
            <a:ext cx="3378263" cy="2390238"/>
          </a:xfrm>
          <a:custGeom>
            <a:avLst/>
            <a:gdLst>
              <a:gd name="connsiteX0" fmla="*/ 0 w 3378263"/>
              <a:gd name="connsiteY0" fmla="*/ 0 h 2390238"/>
              <a:gd name="connsiteX1" fmla="*/ 3378263 w 3378263"/>
              <a:gd name="connsiteY1" fmla="*/ 0 h 2390238"/>
              <a:gd name="connsiteX2" fmla="*/ 2345020 w 3378263"/>
              <a:gd name="connsiteY2" fmla="*/ 2390238 h 2390238"/>
              <a:gd name="connsiteX3" fmla="*/ 0 w 3378263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8263" h="2390238">
                <a:moveTo>
                  <a:pt x="0" y="0"/>
                </a:moveTo>
                <a:lnTo>
                  <a:pt x="3378263" y="0"/>
                </a:lnTo>
                <a:lnTo>
                  <a:pt x="2345020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F1FEE-F11E-4D86-B18A-334DC837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3D405-92C8-41A3-8CA8-EAB7EE6E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3E559-638A-4105-95C4-0812BAFB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157B5A6-CA34-4D5D-9A70-14D478D5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CEC8B31E-90EA-47DA-88C8-7210550FEC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54933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0B29C3B6-1467-4DB9-A2AE-6C82548895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54932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CAE507-1952-49D5-A01E-F3CEA53FEF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1476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BC2F8ABF-1CD3-4283-BBC9-9536E8C04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1475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E6695F4-4900-48B5-9D68-486774B8D7F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77835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FF214FA8-F7B7-40D8-A97C-52E0B0BDE1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77834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56B0AF9E-C16A-4170-A149-1E47AC0D81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00181" y="5057897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B1CB5369-F6CE-41B6-ACE8-9FA5781CB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00180" y="5403373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1411511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8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88E0AC7A-AA85-427E-8B83-AEEF229EDA4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383802" y="3121794"/>
            <a:ext cx="1808198" cy="1097726"/>
          </a:xfrm>
          <a:custGeom>
            <a:avLst/>
            <a:gdLst>
              <a:gd name="connsiteX0" fmla="*/ 474569 w 1808198"/>
              <a:gd name="connsiteY0" fmla="*/ 0 h 1097726"/>
              <a:gd name="connsiteX1" fmla="*/ 1799279 w 1808198"/>
              <a:gd name="connsiteY1" fmla="*/ 0 h 1097726"/>
              <a:gd name="connsiteX2" fmla="*/ 1808198 w 1808198"/>
              <a:gd name="connsiteY2" fmla="*/ 1097726 h 1097726"/>
              <a:gd name="connsiteX3" fmla="*/ 0 w 1808198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8198" h="1097726">
                <a:moveTo>
                  <a:pt x="474569" y="0"/>
                </a:moveTo>
                <a:lnTo>
                  <a:pt x="1799279" y="0"/>
                </a:lnTo>
                <a:lnTo>
                  <a:pt x="1808198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E6437AD1-FE22-40AE-8BB8-8B8B9C5770F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900427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97978D8E-FCD0-4E7C-BD0B-F2F47BA1B2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416963" y="3121794"/>
            <a:ext cx="1799279" cy="1097726"/>
          </a:xfrm>
          <a:custGeom>
            <a:avLst/>
            <a:gdLst>
              <a:gd name="connsiteX0" fmla="*/ 474570 w 1799279"/>
              <a:gd name="connsiteY0" fmla="*/ 0 h 1097726"/>
              <a:gd name="connsiteX1" fmla="*/ 1799279 w 1799279"/>
              <a:gd name="connsiteY1" fmla="*/ 0 h 1097726"/>
              <a:gd name="connsiteX2" fmla="*/ 132479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570" y="0"/>
                </a:moveTo>
                <a:lnTo>
                  <a:pt x="1799279" y="0"/>
                </a:lnTo>
                <a:lnTo>
                  <a:pt x="132479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83197EDA-7F24-4C0A-B859-34173E066FC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933589" y="3121794"/>
            <a:ext cx="1799125" cy="1097726"/>
          </a:xfrm>
          <a:custGeom>
            <a:avLst/>
            <a:gdLst>
              <a:gd name="connsiteX0" fmla="*/ 474570 w 1799125"/>
              <a:gd name="connsiteY0" fmla="*/ 0 h 1097726"/>
              <a:gd name="connsiteX1" fmla="*/ 1799125 w 1799125"/>
              <a:gd name="connsiteY1" fmla="*/ 0 h 1097726"/>
              <a:gd name="connsiteX2" fmla="*/ 1799125 w 1799125"/>
              <a:gd name="connsiteY2" fmla="*/ 356 h 1097726"/>
              <a:gd name="connsiteX3" fmla="*/ 1324799 w 1799125"/>
              <a:gd name="connsiteY3" fmla="*/ 1097726 h 1097726"/>
              <a:gd name="connsiteX4" fmla="*/ 0 w 1799125"/>
              <a:gd name="connsiteY4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9125" h="1097726">
                <a:moveTo>
                  <a:pt x="474570" y="0"/>
                </a:moveTo>
                <a:lnTo>
                  <a:pt x="1799125" y="0"/>
                </a:lnTo>
                <a:lnTo>
                  <a:pt x="1799125" y="356"/>
                </a:lnTo>
                <a:lnTo>
                  <a:pt x="132479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D5CFC424-FDBC-4BD5-B5FB-E2C7B5DE600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450214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2475369-85E0-474D-9454-6911B2BB54D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966838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9231E13B-CD8C-48FC-A6DB-E87F08B4628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483375" y="3121794"/>
            <a:ext cx="1799279" cy="1097726"/>
          </a:xfrm>
          <a:custGeom>
            <a:avLst/>
            <a:gdLst>
              <a:gd name="connsiteX0" fmla="*/ 474569 w 1799279"/>
              <a:gd name="connsiteY0" fmla="*/ 0 h 1097726"/>
              <a:gd name="connsiteX1" fmla="*/ 1799279 w 1799279"/>
              <a:gd name="connsiteY1" fmla="*/ 0 h 1097726"/>
              <a:gd name="connsiteX2" fmla="*/ 1324798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569" y="0"/>
                </a:moveTo>
                <a:lnTo>
                  <a:pt x="1799279" y="0"/>
                </a:lnTo>
                <a:lnTo>
                  <a:pt x="1324798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9A7D62AC-CCFA-44C3-98ED-F750B562B96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" y="3121794"/>
            <a:ext cx="1799279" cy="1097726"/>
          </a:xfrm>
          <a:custGeom>
            <a:avLst/>
            <a:gdLst>
              <a:gd name="connsiteX0" fmla="*/ 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F1FEE-F11E-4D86-B18A-334DC837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3D405-92C8-41A3-8CA8-EAB7EE6E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3E559-638A-4105-95C4-0812BAFB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157B5A6-CA34-4D5D-9A70-14D478D5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CAE507-1952-49D5-A01E-F3CEA53FEF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2325820"/>
            <a:ext cx="1799279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BC2F8ABF-1CD3-4283-BBC9-9536E8C04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9" y="2586626"/>
            <a:ext cx="1798870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15">
            <a:extLst>
              <a:ext uri="{FF2B5EF4-FFF2-40B4-BE49-F238E27FC236}">
                <a16:creationId xmlns:a16="http://schemas.microsoft.com/office/drawing/2014/main" id="{F3625817-ADC5-402C-BF70-E72E180EA94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29000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8" name="Text Placeholder 18">
            <a:extLst>
              <a:ext uri="{FF2B5EF4-FFF2-40B4-BE49-F238E27FC236}">
                <a16:creationId xmlns:a16="http://schemas.microsoft.com/office/drawing/2014/main" id="{1CD742BF-928E-4F96-A707-0762F7415A8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29005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15">
            <a:extLst>
              <a:ext uri="{FF2B5EF4-FFF2-40B4-BE49-F238E27FC236}">
                <a16:creationId xmlns:a16="http://schemas.microsoft.com/office/drawing/2014/main" id="{F63CF451-68B6-4006-B393-3926AD5577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95597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0" name="Text Placeholder 18">
            <a:extLst>
              <a:ext uri="{FF2B5EF4-FFF2-40B4-BE49-F238E27FC236}">
                <a16:creationId xmlns:a16="http://schemas.microsoft.com/office/drawing/2014/main" id="{0812886F-184C-40A8-A729-8B4B4926879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395602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1" name="Text Placeholder 15">
            <a:extLst>
              <a:ext uri="{FF2B5EF4-FFF2-40B4-BE49-F238E27FC236}">
                <a16:creationId xmlns:a16="http://schemas.microsoft.com/office/drawing/2014/main" id="{227745AB-F0A1-4D69-B3E7-1E05EC5A83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371508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2" name="Text Placeholder 18">
            <a:extLst>
              <a:ext uri="{FF2B5EF4-FFF2-40B4-BE49-F238E27FC236}">
                <a16:creationId xmlns:a16="http://schemas.microsoft.com/office/drawing/2014/main" id="{FA1D1660-FDA5-41B8-9EE3-ADA0E15F0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71513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5">
            <a:extLst>
              <a:ext uri="{FF2B5EF4-FFF2-40B4-BE49-F238E27FC236}">
                <a16:creationId xmlns:a16="http://schemas.microsoft.com/office/drawing/2014/main" id="{40B672B5-5EF2-428E-8952-03BB5F47FB4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83375" y="450748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4" name="Text Placeholder 18">
            <a:extLst>
              <a:ext uri="{FF2B5EF4-FFF2-40B4-BE49-F238E27FC236}">
                <a16:creationId xmlns:a16="http://schemas.microsoft.com/office/drawing/2014/main" id="{AAB3392A-4B63-483C-B97B-A962BA72959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83380" y="476828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5">
            <a:extLst>
              <a:ext uri="{FF2B5EF4-FFF2-40B4-BE49-F238E27FC236}">
                <a16:creationId xmlns:a16="http://schemas.microsoft.com/office/drawing/2014/main" id="{52F154E0-81D0-4ED7-81F5-F2A41F6EE2E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57493" y="450748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6" name="Text Placeholder 18">
            <a:extLst>
              <a:ext uri="{FF2B5EF4-FFF2-40B4-BE49-F238E27FC236}">
                <a16:creationId xmlns:a16="http://schemas.microsoft.com/office/drawing/2014/main" id="{D57D2666-5AA0-4552-8434-DE134549DA0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57498" y="476828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5">
            <a:extLst>
              <a:ext uri="{FF2B5EF4-FFF2-40B4-BE49-F238E27FC236}">
                <a16:creationId xmlns:a16="http://schemas.microsoft.com/office/drawing/2014/main" id="{7E6E0780-44C2-48C7-99F2-E711D9BFA85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416963" y="4502202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8" name="Text Placeholder 18">
            <a:extLst>
              <a:ext uri="{FF2B5EF4-FFF2-40B4-BE49-F238E27FC236}">
                <a16:creationId xmlns:a16="http://schemas.microsoft.com/office/drawing/2014/main" id="{41A5DBDC-E19D-4B74-863C-D63A78E493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16968" y="4763008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15">
            <a:extLst>
              <a:ext uri="{FF2B5EF4-FFF2-40B4-BE49-F238E27FC236}">
                <a16:creationId xmlns:a16="http://schemas.microsoft.com/office/drawing/2014/main" id="{EEFB1377-2783-49F1-A131-38F4B63B90C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76433" y="4527297"/>
            <a:ext cx="1799279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0" name="Text Placeholder 18">
            <a:extLst>
              <a:ext uri="{FF2B5EF4-FFF2-40B4-BE49-F238E27FC236}">
                <a16:creationId xmlns:a16="http://schemas.microsoft.com/office/drawing/2014/main" id="{C188F315-95C8-490A-AB31-6B6D7A7A535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376438" y="4788103"/>
            <a:ext cx="1798870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0519082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7A579D-F737-4350-8205-BCA37BAFE1AB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135F811-46C6-4574-99D7-6B90FE873BD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B03F056-6BD3-4D1E-B794-6796E05CC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DD442E15-02E7-470A-B455-1641DC03E51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7AB804A3-DDE8-4F7C-AA96-94BD89866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D76E21-775F-4F86-8F17-E8258055D6D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290EB005-534F-4E5E-81D4-3795AF32C8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DDA664B-9E00-41E2-903A-87130EEDB2D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38183B6-48F8-4715-8596-BFC77AFE924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C6D44CB-DAE7-40C8-B7B5-3AC0F92E224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D388CB94-B0AB-4513-9265-432FA36890D7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82DB4D40-3550-49E6-AF64-41E7E499F4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F6056747-20EC-4D2B-8AD5-79902BC518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3568700" y="4464453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4180974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E65E2A4-B306-4415-9D4B-9E9F98B043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08046" cy="6858000"/>
          </a:xfrm>
          <a:custGeom>
            <a:avLst/>
            <a:gdLst>
              <a:gd name="connsiteX0" fmla="*/ 0 w 6508046"/>
              <a:gd name="connsiteY0" fmla="*/ 0 h 6858000"/>
              <a:gd name="connsiteX1" fmla="*/ 364331 w 6508046"/>
              <a:gd name="connsiteY1" fmla="*/ 0 h 6858000"/>
              <a:gd name="connsiteX2" fmla="*/ 1163270 w 6508046"/>
              <a:gd name="connsiteY2" fmla="*/ 2195274 h 6858000"/>
              <a:gd name="connsiteX3" fmla="*/ 1708696 w 6508046"/>
              <a:gd name="connsiteY3" fmla="*/ 4033986 h 6858000"/>
              <a:gd name="connsiteX4" fmla="*/ 1771025 w 6508046"/>
              <a:gd name="connsiteY4" fmla="*/ 4033986 h 6858000"/>
              <a:gd name="connsiteX5" fmla="*/ 2316450 w 6508046"/>
              <a:gd name="connsiteY5" fmla="*/ 2195274 h 6858000"/>
              <a:gd name="connsiteX6" fmla="*/ 3084403 w 6508046"/>
              <a:gd name="connsiteY6" fmla="*/ 0 h 6858000"/>
              <a:gd name="connsiteX7" fmla="*/ 6508046 w 6508046"/>
              <a:gd name="connsiteY7" fmla="*/ 0 h 6858000"/>
              <a:gd name="connsiteX8" fmla="*/ 6508046 w 6508046"/>
              <a:gd name="connsiteY8" fmla="*/ 6858000 h 6858000"/>
              <a:gd name="connsiteX9" fmla="*/ 4310896 w 6508046"/>
              <a:gd name="connsiteY9" fmla="*/ 6858000 h 6858000"/>
              <a:gd name="connsiteX10" fmla="*/ 4310896 w 6508046"/>
              <a:gd name="connsiteY10" fmla="*/ 4407962 h 6858000"/>
              <a:gd name="connsiteX11" fmla="*/ 4638169 w 6508046"/>
              <a:gd name="connsiteY11" fmla="*/ 683746 h 6858000"/>
              <a:gd name="connsiteX12" fmla="*/ 4575840 w 6508046"/>
              <a:gd name="connsiteY12" fmla="*/ 683746 h 6858000"/>
              <a:gd name="connsiteX13" fmla="*/ 3734395 w 6508046"/>
              <a:gd name="connsiteY13" fmla="*/ 3332738 h 6858000"/>
              <a:gd name="connsiteX14" fmla="*/ 2441823 w 6508046"/>
              <a:gd name="connsiteY14" fmla="*/ 6858000 h 6858000"/>
              <a:gd name="connsiteX15" fmla="*/ 914221 w 6508046"/>
              <a:gd name="connsiteY15" fmla="*/ 6858000 h 6858000"/>
              <a:gd name="connsiteX16" fmla="*/ 0 w 6508046"/>
              <a:gd name="connsiteY16" fmla="*/ 43361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508046" h="6858000">
                <a:moveTo>
                  <a:pt x="0" y="0"/>
                </a:moveTo>
                <a:lnTo>
                  <a:pt x="364331" y="0"/>
                </a:lnTo>
                <a:lnTo>
                  <a:pt x="1163270" y="2195274"/>
                </a:lnTo>
                <a:cubicBezTo>
                  <a:pt x="1350258" y="2787402"/>
                  <a:pt x="1521708" y="3395157"/>
                  <a:pt x="1708696" y="4033986"/>
                </a:cubicBezTo>
                <a:lnTo>
                  <a:pt x="1771025" y="4033986"/>
                </a:lnTo>
                <a:cubicBezTo>
                  <a:pt x="1958013" y="3395067"/>
                  <a:pt x="2113925" y="2787313"/>
                  <a:pt x="2316450" y="2195274"/>
                </a:cubicBezTo>
                <a:lnTo>
                  <a:pt x="3084403" y="0"/>
                </a:lnTo>
                <a:lnTo>
                  <a:pt x="6508046" y="0"/>
                </a:lnTo>
                <a:lnTo>
                  <a:pt x="6508046" y="6858000"/>
                </a:lnTo>
                <a:lnTo>
                  <a:pt x="4310896" y="6858000"/>
                </a:lnTo>
                <a:lnTo>
                  <a:pt x="4310896" y="4407962"/>
                </a:lnTo>
                <a:cubicBezTo>
                  <a:pt x="4310896" y="3410694"/>
                  <a:pt x="4513511" y="1681014"/>
                  <a:pt x="4638169" y="683746"/>
                </a:cubicBezTo>
                <a:lnTo>
                  <a:pt x="4575840" y="683746"/>
                </a:lnTo>
                <a:lnTo>
                  <a:pt x="3734395" y="3332738"/>
                </a:lnTo>
                <a:lnTo>
                  <a:pt x="2441823" y="6858000"/>
                </a:lnTo>
                <a:lnTo>
                  <a:pt x="914221" y="6858000"/>
                </a:lnTo>
                <a:lnTo>
                  <a:pt x="0" y="43361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0771" y="4136571"/>
            <a:ext cx="3907972" cy="1883230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43743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2514" y="6356350"/>
            <a:ext cx="217553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A22921-D059-426E-8623-0C4322D5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771" y="3363686"/>
            <a:ext cx="3907972" cy="555171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8A5C12-53C3-4CC4-AA3B-D3292948C778}"/>
              </a:ext>
            </a:extLst>
          </p:cNvPr>
          <p:cNvCxnSpPr>
            <a:cxnSpLocks/>
          </p:cNvCxnSpPr>
          <p:nvPr userDrawn="1"/>
        </p:nvCxnSpPr>
        <p:spPr>
          <a:xfrm>
            <a:off x="7271657" y="0"/>
            <a:ext cx="0" cy="3124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3629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D230F83A-5E75-4047-ADC0-05151570D70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26578" y="0"/>
            <a:ext cx="5765422" cy="6858000"/>
          </a:xfrm>
          <a:custGeom>
            <a:avLst/>
            <a:gdLst>
              <a:gd name="connsiteX0" fmla="*/ 4105955 w 5765422"/>
              <a:gd name="connsiteY0" fmla="*/ 0 h 6858000"/>
              <a:gd name="connsiteX1" fmla="*/ 5765422 w 5765422"/>
              <a:gd name="connsiteY1" fmla="*/ 0 h 6858000"/>
              <a:gd name="connsiteX2" fmla="*/ 5765422 w 5765422"/>
              <a:gd name="connsiteY2" fmla="*/ 6858000 h 6858000"/>
              <a:gd name="connsiteX3" fmla="*/ 0 w 57654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5422" h="6858000">
                <a:moveTo>
                  <a:pt x="4105955" y="0"/>
                </a:moveTo>
                <a:lnTo>
                  <a:pt x="5765422" y="0"/>
                </a:lnTo>
                <a:lnTo>
                  <a:pt x="576542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6FD6FB9-CD68-47AB-A03D-06B72104AF1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-11657" y="-16298"/>
            <a:ext cx="5555640" cy="6874299"/>
          </a:xfrm>
          <a:custGeom>
            <a:avLst/>
            <a:gdLst>
              <a:gd name="connsiteX0" fmla="*/ 0 w 5555640"/>
              <a:gd name="connsiteY0" fmla="*/ 0 h 6874299"/>
              <a:gd name="connsiteX1" fmla="*/ 5555640 w 5555640"/>
              <a:gd name="connsiteY1" fmla="*/ 8960 h 6874299"/>
              <a:gd name="connsiteX2" fmla="*/ 1445237 w 5555640"/>
              <a:gd name="connsiteY2" fmla="*/ 6874299 h 6874299"/>
              <a:gd name="connsiteX3" fmla="*/ 0 w 5555640"/>
              <a:gd name="connsiteY3" fmla="*/ 6874299 h 6874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5640" h="6874299">
                <a:moveTo>
                  <a:pt x="0" y="0"/>
                </a:moveTo>
                <a:lnTo>
                  <a:pt x="5555640" y="8960"/>
                </a:lnTo>
                <a:lnTo>
                  <a:pt x="1445237" y="6874299"/>
                </a:lnTo>
                <a:lnTo>
                  <a:pt x="0" y="68742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1307" y="4277953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56823" y="4752561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69713" y="5217644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AD14F11B-0FDD-41EF-8278-550F37093B1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80046" y="5673201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B2270B-D707-4103-98F1-E697CEBA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1" y="3363686"/>
            <a:ext cx="3907972" cy="555171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420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77FA4A-CE52-4DA0-8842-74FE37E2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BCD1D-6E4A-43CA-A3D4-B104CE27D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1BDA0-5B55-4A85-ACBF-31F8F3EB2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7/1/20XX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AA55C-7321-4214-9297-F53B7B9E5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30C71-8F7D-4855-A35C-46C83B4BF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fld id="{9FF96520-E4CE-4EAD-8ABF-1D2297D6B3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665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78" r:id="rId3"/>
    <p:sldLayoutId id="2147483667" r:id="rId4"/>
    <p:sldLayoutId id="2147483668" r:id="rId5"/>
    <p:sldLayoutId id="2147483669" r:id="rId6"/>
    <p:sldLayoutId id="2147483670" r:id="rId7"/>
    <p:sldLayoutId id="2147483651" r:id="rId8"/>
    <p:sldLayoutId id="2147483671" r:id="rId9"/>
    <p:sldLayoutId id="2147483679" r:id="rId10"/>
    <p:sldLayoutId id="2147483677" r:id="rId11"/>
    <p:sldLayoutId id="2147483672" r:id="rId12"/>
    <p:sldLayoutId id="2147483652" r:id="rId13"/>
    <p:sldLayoutId id="2147483653" r:id="rId14"/>
    <p:sldLayoutId id="2147483665" r:id="rId15"/>
    <p:sldLayoutId id="2147483650" r:id="rId16"/>
    <p:sldLayoutId id="2147483654" r:id="rId17"/>
    <p:sldLayoutId id="2147483674" r:id="rId18"/>
    <p:sldLayoutId id="2147483676" r:id="rId19"/>
    <p:sldLayoutId id="2147483673" r:id="rId20"/>
    <p:sldLayoutId id="2147483675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earuptemp-my.sharepoint.com/:w:/g/personal/jweldon_my_yearupunited_org/IQCclRHmRjb4SJm6xM6ZjNbZAYGqbmVb7_sV3f1c_Yhf0O8?e=sVVTbJ" TargetMode="External"/><Relationship Id="rId2" Type="http://schemas.openxmlformats.org/officeDocument/2006/relationships/hyperlink" Target="https://yearuptemp-my.sharepoint.com/:w:/r/personal/ktyler_my_yearupunited_org/Documents/Attachments/Resourcefulness%20TBPS%20Template%202.docx?d=w7260273b00784b988daa7f9b96664d9e&amp;csf=1&amp;web=1&amp;e=LnmYpc" TargetMode="Externa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Relationship Id="rId6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menotomymatters.com/howto/covid-libraries/" TargetMode="Externa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close up of girl writing&#10;">
            <a:extLst>
              <a:ext uri="{FF2B5EF4-FFF2-40B4-BE49-F238E27FC236}">
                <a16:creationId xmlns:a16="http://schemas.microsoft.com/office/drawing/2014/main" id="{54164480-ECF3-4F09-B48E-13A40EAE5A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EE427349-2C23-4643-A4C8-552661FAA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3216" y="5137518"/>
            <a:ext cx="9285382" cy="1277857"/>
          </a:xfrm>
        </p:spPr>
        <p:txBody>
          <a:bodyPr>
            <a:normAutofit fontScale="90000"/>
          </a:bodyPr>
          <a:lstStyle/>
          <a:p>
            <a:r>
              <a:rPr lang="en-US"/>
              <a:t>Resourcefulness</a:t>
            </a:r>
            <a:br>
              <a:rPr lang="en-US"/>
            </a:br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4BB374-4C53-4405-B3D6-928C68A87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36371" y="2017985"/>
            <a:ext cx="0" cy="15343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DDB411-0E13-3741-911B-CFCB74C5B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245428" y="5655432"/>
            <a:ext cx="331888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310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2618ED7-931A-8727-727B-A60C5F81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Meet the team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5149C8-B03E-50BE-F45B-B78317E69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799" y="4147457"/>
            <a:ext cx="4203247" cy="2208893"/>
          </a:xfrm>
        </p:spPr>
        <p:txBody>
          <a:bodyPr>
            <a:normAutofit/>
          </a:bodyPr>
          <a:lstStyle/>
          <a:p>
            <a:r>
              <a:rPr lang="en-US"/>
              <a:t>Janiya Weldon</a:t>
            </a:r>
          </a:p>
          <a:p>
            <a:r>
              <a:rPr lang="en-US"/>
              <a:t>Cavon Grimes</a:t>
            </a:r>
          </a:p>
          <a:p>
            <a:r>
              <a:rPr lang="en-US"/>
              <a:t>Brennen Bates</a:t>
            </a:r>
          </a:p>
          <a:p>
            <a:r>
              <a:rPr lang="en-US"/>
              <a:t>Oluwafemi </a:t>
            </a:r>
            <a:r>
              <a:rPr lang="en-US" err="1"/>
              <a:t>Farinloye</a:t>
            </a:r>
            <a:endParaRPr lang="en-US"/>
          </a:p>
          <a:p>
            <a:r>
              <a:rPr lang="en-US"/>
              <a:t>Kendra Tyler </a:t>
            </a:r>
          </a:p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9950BB-AF28-5948-0E4E-EA2BEF5EEE6C}"/>
              </a:ext>
            </a:extLst>
          </p:cNvPr>
          <p:cNvSpPr/>
          <p:nvPr/>
        </p:nvSpPr>
        <p:spPr>
          <a:xfrm>
            <a:off x="6003634" y="2967335"/>
            <a:ext cx="184730" cy="923330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" name="Plus Sign 11">
            <a:extLst>
              <a:ext uri="{FF2B5EF4-FFF2-40B4-BE49-F238E27FC236}">
                <a16:creationId xmlns:a16="http://schemas.microsoft.com/office/drawing/2014/main" id="{0B207748-02CD-7FA3-0C9B-65E660BF2A97}"/>
              </a:ext>
            </a:extLst>
          </p:cNvPr>
          <p:cNvSpPr/>
          <p:nvPr/>
        </p:nvSpPr>
        <p:spPr>
          <a:xfrm>
            <a:off x="-1193535" y="-7793713"/>
            <a:ext cx="9804135" cy="16997871"/>
          </a:xfrm>
          <a:prstGeom prst="mathPlu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44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8CD741C-9151-90D3-5803-F9F5944DABA0}"/>
              </a:ext>
            </a:extLst>
          </p:cNvPr>
          <p:cNvSpPr/>
          <p:nvPr/>
        </p:nvSpPr>
        <p:spPr>
          <a:xfrm>
            <a:off x="6553200" y="1617097"/>
            <a:ext cx="4610768" cy="765607"/>
          </a:xfrm>
          <a:prstGeom prst="roundRect">
            <a:avLst/>
          </a:prstGeom>
          <a:solidFill>
            <a:srgbClr val="92D050">
              <a:alpha val="9098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BEF6245-FDE5-2B6F-B04F-900C7E57B78D}"/>
              </a:ext>
            </a:extLst>
          </p:cNvPr>
          <p:cNvSpPr/>
          <p:nvPr/>
        </p:nvSpPr>
        <p:spPr>
          <a:xfrm>
            <a:off x="3865118" y="5187029"/>
            <a:ext cx="7298850" cy="765607"/>
          </a:xfrm>
          <a:prstGeom prst="roundRect">
            <a:avLst/>
          </a:prstGeom>
          <a:solidFill>
            <a:srgbClr val="92D050">
              <a:alpha val="9098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6F900F7-705C-CBE9-B849-9A17921C7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367" y="2714795"/>
            <a:ext cx="5507601" cy="774259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10D12D5-39DF-3F4F-6559-98C154D130FE}"/>
              </a:ext>
            </a:extLst>
          </p:cNvPr>
          <p:cNvSpPr/>
          <p:nvPr/>
        </p:nvSpPr>
        <p:spPr>
          <a:xfrm>
            <a:off x="4902868" y="4002879"/>
            <a:ext cx="6261100" cy="765607"/>
          </a:xfrm>
          <a:prstGeom prst="roundRect">
            <a:avLst/>
          </a:prstGeom>
          <a:solidFill>
            <a:srgbClr val="92D050">
              <a:alpha val="9098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Placeholder 10" descr="Group of students working in library">
            <a:extLst>
              <a:ext uri="{FF2B5EF4-FFF2-40B4-BE49-F238E27FC236}">
                <a16:creationId xmlns:a16="http://schemas.microsoft.com/office/drawing/2014/main" id="{8C15BCA1-F2FE-4E47-B6D5-3BCFF65BFBF3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93000"/>
                    </a14:imgEffect>
                    <a14:imgEffect>
                      <a14:brightnessContrast bright="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-802155" y="0"/>
            <a:ext cx="6694955" cy="685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1587F-8DFD-4A31-9931-8A346A92D8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1400" y="2974779"/>
            <a:ext cx="5042568" cy="3454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>
                <a:solidFill>
                  <a:schemeClr val="tx1"/>
                </a:solidFill>
              </a:rPr>
              <a:t>Daily Programming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1CFAB-A735-4A31-A51D-42FE1F5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2058" y="296512"/>
            <a:ext cx="4501910" cy="732282"/>
          </a:xfrm>
        </p:spPr>
        <p:txBody>
          <a:bodyPr>
            <a:normAutofit fontScale="90000"/>
          </a:bodyPr>
          <a:lstStyle/>
          <a:p>
            <a:r>
              <a:rPr lang="en-US" sz="4000"/>
              <a:t>Program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8D86DE-B923-4D58-B00B-1914FA90BB7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8906" y="4225493"/>
            <a:ext cx="5042568" cy="320381"/>
          </a:xfrm>
        </p:spPr>
        <p:txBody>
          <a:bodyPr/>
          <a:lstStyle/>
          <a:p>
            <a:r>
              <a:rPr lang="en-ZA">
                <a:solidFill>
                  <a:schemeClr val="tx1"/>
                </a:solidFill>
              </a:rPr>
              <a:t>In-person learning, workshops, and social events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60FE46-C4A2-49EB-9D1E-FEFE2C69E10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95668" y="1849231"/>
            <a:ext cx="5042568" cy="320381"/>
          </a:xfrm>
        </p:spPr>
        <p:txBody>
          <a:bodyPr/>
          <a:lstStyle/>
          <a:p>
            <a:r>
              <a:rPr lang="en-ZA">
                <a:solidFill>
                  <a:schemeClr val="tx1"/>
                </a:solidFill>
              </a:rPr>
              <a:t>Themed weeks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173AC97F-99F3-ACCB-7076-3E940FCABFED}"/>
              </a:ext>
            </a:extLst>
          </p:cNvPr>
          <p:cNvSpPr txBox="1">
            <a:spLocks/>
          </p:cNvSpPr>
          <p:nvPr/>
        </p:nvSpPr>
        <p:spPr>
          <a:xfrm>
            <a:off x="4325613" y="5351041"/>
            <a:ext cx="5042568" cy="320381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>
                <a:solidFill>
                  <a:schemeClr val="tx1"/>
                </a:solidFill>
              </a:rPr>
              <a:t>Designed to increase engagement  </a:t>
            </a:r>
          </a:p>
        </p:txBody>
      </p:sp>
    </p:spTree>
    <p:extLst>
      <p:ext uri="{BB962C8B-B14F-4D97-AF65-F5344CB8AC3E}">
        <p14:creationId xmlns:p14="http://schemas.microsoft.com/office/powerpoint/2010/main" val="627911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D876DC8E-5652-FB3A-1E38-D41471E87AC0}"/>
              </a:ext>
            </a:extLst>
          </p:cNvPr>
          <p:cNvSpPr/>
          <p:nvPr/>
        </p:nvSpPr>
        <p:spPr>
          <a:xfrm>
            <a:off x="4984137" y="3248466"/>
            <a:ext cx="1209856" cy="1122950"/>
          </a:xfrm>
          <a:prstGeom prst="flowChartConnector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CEED0FBE-653A-5C60-D91E-88804E2E694E}"/>
              </a:ext>
            </a:extLst>
          </p:cNvPr>
          <p:cNvSpPr/>
          <p:nvPr/>
        </p:nvSpPr>
        <p:spPr>
          <a:xfrm>
            <a:off x="838200" y="3248466"/>
            <a:ext cx="1209856" cy="1122950"/>
          </a:xfrm>
          <a:prstGeom prst="flowChartConnector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4186" y="2903538"/>
            <a:ext cx="3104198" cy="345475"/>
          </a:xfr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/>
              <a:t>Budget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DB7CB-2A17-4C89-8463-567F882F6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1894" y="2903538"/>
            <a:ext cx="3104198" cy="320381"/>
          </a:xfrm>
        </p:spPr>
        <p:txBody>
          <a:bodyPr/>
          <a:lstStyle/>
          <a:p>
            <a:r>
              <a:rPr lang="en-US"/>
              <a:t>External Resource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567012-CD35-41AB-B12D-92555A9BE0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9601" y="2903538"/>
            <a:ext cx="3104198" cy="320381"/>
          </a:xfrm>
        </p:spPr>
        <p:txBody>
          <a:bodyPr/>
          <a:lstStyle/>
          <a:p>
            <a:r>
              <a:rPr lang="en-US"/>
              <a:t>Partnership Guardrails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7D840D-AC6E-4F0E-B562-819386D3E35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586285" y="4469753"/>
            <a:ext cx="3104198" cy="320381"/>
          </a:xfrm>
        </p:spPr>
        <p:txBody>
          <a:bodyPr/>
          <a:lstStyle/>
          <a:p>
            <a:r>
              <a:rPr lang="en-US"/>
              <a:t>Primary Tools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9E78277-79B9-419C-A0B5-130D356F5BE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407663" y="4397002"/>
            <a:ext cx="3104198" cy="320381"/>
          </a:xfrm>
        </p:spPr>
        <p:txBody>
          <a:bodyPr/>
          <a:lstStyle/>
          <a:p>
            <a:r>
              <a:rPr lang="en-US"/>
              <a:t>Marketing Channels</a:t>
            </a: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213768E2-57F1-E995-C593-0A361F1974C0}"/>
              </a:ext>
            </a:extLst>
          </p:cNvPr>
          <p:cNvSpPr/>
          <p:nvPr/>
        </p:nvSpPr>
        <p:spPr>
          <a:xfrm>
            <a:off x="8906933" y="3248407"/>
            <a:ext cx="1209856" cy="1122950"/>
          </a:xfrm>
          <a:prstGeom prst="flowChartConnector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4EF8366E-42C1-F67B-F08B-C6C1201147EC}"/>
              </a:ext>
            </a:extLst>
          </p:cNvPr>
          <p:cNvSpPr/>
          <p:nvPr/>
        </p:nvSpPr>
        <p:spPr>
          <a:xfrm>
            <a:off x="2649530" y="4837295"/>
            <a:ext cx="1209856" cy="1122950"/>
          </a:xfrm>
          <a:prstGeom prst="flowChartConnector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5BE2916-593B-0E0B-7F5D-9C045B5580EF}"/>
              </a:ext>
            </a:extLst>
          </p:cNvPr>
          <p:cNvSpPr/>
          <p:nvPr/>
        </p:nvSpPr>
        <p:spPr>
          <a:xfrm>
            <a:off x="6964575" y="4804211"/>
            <a:ext cx="1209856" cy="1122950"/>
          </a:xfrm>
          <a:prstGeom prst="flowChartConnector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 descr="Money outline">
            <a:extLst>
              <a:ext uri="{FF2B5EF4-FFF2-40B4-BE49-F238E27FC236}">
                <a16:creationId xmlns:a16="http://schemas.microsoft.com/office/drawing/2014/main" id="{E5645986-B8A4-17FB-D1A1-97EFBD1CCB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5928" y="3248407"/>
            <a:ext cx="914400" cy="914400"/>
          </a:xfrm>
          <a:prstGeom prst="rect">
            <a:avLst/>
          </a:prstGeom>
        </p:spPr>
      </p:pic>
      <p:pic>
        <p:nvPicPr>
          <p:cNvPr id="42" name="Graphic 41" descr="Users with solid fill">
            <a:extLst>
              <a:ext uri="{FF2B5EF4-FFF2-40B4-BE49-F238E27FC236}">
                <a16:creationId xmlns:a16="http://schemas.microsoft.com/office/drawing/2014/main" id="{406D02FB-7088-CBB5-B9B5-78C74F1303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1865" y="3292775"/>
            <a:ext cx="914400" cy="914400"/>
          </a:xfrm>
          <a:prstGeom prst="rect">
            <a:avLst/>
          </a:prstGeom>
        </p:spPr>
      </p:pic>
      <p:pic>
        <p:nvPicPr>
          <p:cNvPr id="44" name="Graphic 43" descr="Tools with solid fill">
            <a:extLst>
              <a:ext uri="{FF2B5EF4-FFF2-40B4-BE49-F238E27FC236}">
                <a16:creationId xmlns:a16="http://schemas.microsoft.com/office/drawing/2014/main" id="{77232518-40CC-0882-6F9C-4E39A4E131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2275" y="5020857"/>
            <a:ext cx="726857" cy="726857"/>
          </a:xfrm>
          <a:prstGeom prst="rect">
            <a:avLst/>
          </a:prstGeom>
        </p:spPr>
      </p:pic>
      <p:pic>
        <p:nvPicPr>
          <p:cNvPr id="46" name="Graphic 45" descr="City with solid fill">
            <a:extLst>
              <a:ext uri="{FF2B5EF4-FFF2-40B4-BE49-F238E27FC236}">
                <a16:creationId xmlns:a16="http://schemas.microsoft.com/office/drawing/2014/main" id="{18E25EA5-CA4A-974C-7C59-FF4A1DF78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54661" y="3322314"/>
            <a:ext cx="914400" cy="9144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9B53BEF-2216-91E8-D758-01F352AA3564}"/>
              </a:ext>
            </a:extLst>
          </p:cNvPr>
          <p:cNvSpPr/>
          <p:nvPr/>
        </p:nvSpPr>
        <p:spPr>
          <a:xfrm>
            <a:off x="720738" y="1196039"/>
            <a:ext cx="51299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Key Assumptions</a:t>
            </a:r>
          </a:p>
        </p:txBody>
      </p:sp>
      <p:pic>
        <p:nvPicPr>
          <p:cNvPr id="4" name="Graphic 3" descr="Online Network with solid fill">
            <a:extLst>
              <a:ext uri="{FF2B5EF4-FFF2-40B4-BE49-F238E27FC236}">
                <a16:creationId xmlns:a16="http://schemas.microsoft.com/office/drawing/2014/main" id="{6558C933-22E4-D912-A6DB-4E488F0471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7474" y="4983657"/>
            <a:ext cx="764058" cy="76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4F0A8CC-7781-D0B0-58C8-1A79FAC8A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088" y="735731"/>
            <a:ext cx="4203247" cy="743744"/>
          </a:xfrm>
        </p:spPr>
        <p:txBody>
          <a:bodyPr/>
          <a:lstStyle/>
          <a:p>
            <a:r>
              <a:rPr lang="en-US"/>
              <a:t>Microsoft Form 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12" name="Add-in 11" title="Forms">
                <a:extLst>
                  <a:ext uri="{FF2B5EF4-FFF2-40B4-BE49-F238E27FC236}">
                    <a16:creationId xmlns:a16="http://schemas.microsoft.com/office/drawing/2014/main" id="{DE63754E-82A0-7A7C-49E9-C96181CC0D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4553016"/>
                  </p:ext>
                </p:extLst>
              </p:nvPr>
            </p:nvGraphicFramePr>
            <p:xfrm>
              <a:off x="1215680" y="1349240"/>
              <a:ext cx="4319568" cy="44769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12" name="Add-in 11" title="Forms">
                <a:extLst>
                  <a:ext uri="{FF2B5EF4-FFF2-40B4-BE49-F238E27FC236}">
                    <a16:creationId xmlns:a16="http://schemas.microsoft.com/office/drawing/2014/main" id="{DE63754E-82A0-7A7C-49E9-C96181CC0DA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680" y="1349240"/>
                <a:ext cx="4319568" cy="44769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5683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4294-49A0-4C63-A7D7-E3BF9E59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/>
          <a:lstStyle/>
          <a:p>
            <a:r>
              <a:rPr lang="en-ZA"/>
              <a:t>Three-Month action plan</a:t>
            </a:r>
          </a:p>
        </p:txBody>
      </p:sp>
      <p:sp>
        <p:nvSpPr>
          <p:cNvPr id="43" name="Text Placeholder 32">
            <a:extLst>
              <a:ext uri="{FF2B5EF4-FFF2-40B4-BE49-F238E27FC236}">
                <a16:creationId xmlns:a16="http://schemas.microsoft.com/office/drawing/2014/main" id="{A73003EF-6143-460A-9787-61DCD9FD999B}"/>
              </a:ext>
            </a:extLst>
          </p:cNvPr>
          <p:cNvSpPr txBox="1">
            <a:spLocks/>
          </p:cNvSpPr>
          <p:nvPr/>
        </p:nvSpPr>
        <p:spPr>
          <a:xfrm>
            <a:off x="8275909" y="5547633"/>
            <a:ext cx="1690417" cy="22467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>
                <a:solidFill>
                  <a:schemeClr val="bg1"/>
                </a:solidFill>
              </a:rPr>
              <a:t>July, 20XX</a:t>
            </a:r>
          </a:p>
        </p:txBody>
      </p:sp>
      <p:cxnSp>
        <p:nvCxnSpPr>
          <p:cNvPr id="79" name="Straight Connector 78" descr="Milestone Connector">
            <a:extLst>
              <a:ext uri="{FF2B5EF4-FFF2-40B4-BE49-F238E27FC236}">
                <a16:creationId xmlns:a16="http://schemas.microsoft.com/office/drawing/2014/main" id="{DDE330BB-3050-4A17-AE6F-F29C5255185E}"/>
              </a:ext>
            </a:extLst>
          </p:cNvPr>
          <p:cNvCxnSpPr>
            <a:cxnSpLocks/>
          </p:cNvCxnSpPr>
          <p:nvPr/>
        </p:nvCxnSpPr>
        <p:spPr>
          <a:xfrm>
            <a:off x="3073920" y="2860999"/>
            <a:ext cx="3722" cy="533400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 Placeholder 31">
            <a:extLst>
              <a:ext uri="{FF2B5EF4-FFF2-40B4-BE49-F238E27FC236}">
                <a16:creationId xmlns:a16="http://schemas.microsoft.com/office/drawing/2014/main" id="{3EA3570C-044A-4064-B14D-0F904D074556}"/>
              </a:ext>
            </a:extLst>
          </p:cNvPr>
          <p:cNvSpPr txBox="1">
            <a:spLocks/>
          </p:cNvSpPr>
          <p:nvPr/>
        </p:nvSpPr>
        <p:spPr>
          <a:xfrm>
            <a:off x="5190031" y="2175069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2400">
                <a:latin typeface="+mj-lt"/>
                <a:ea typeface="+mj-ea"/>
                <a:cs typeface="+mj-cs"/>
              </a:rPr>
              <a:t>Gather feedback</a:t>
            </a:r>
            <a:endParaRPr lang="en-ZA" sz="1600"/>
          </a:p>
        </p:txBody>
      </p:sp>
      <p:cxnSp>
        <p:nvCxnSpPr>
          <p:cNvPr id="83" name="Straight Connector 82" descr="Milestone Connector">
            <a:extLst>
              <a:ext uri="{FF2B5EF4-FFF2-40B4-BE49-F238E27FC236}">
                <a16:creationId xmlns:a16="http://schemas.microsoft.com/office/drawing/2014/main" id="{59880569-8A8E-41C5-BED0-640848E135F2}"/>
              </a:ext>
            </a:extLst>
          </p:cNvPr>
          <p:cNvCxnSpPr>
            <a:cxnSpLocks/>
          </p:cNvCxnSpPr>
          <p:nvPr/>
        </p:nvCxnSpPr>
        <p:spPr>
          <a:xfrm>
            <a:off x="6218933" y="2858287"/>
            <a:ext cx="6667" cy="538024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Placeholder 31">
            <a:extLst>
              <a:ext uri="{FF2B5EF4-FFF2-40B4-BE49-F238E27FC236}">
                <a16:creationId xmlns:a16="http://schemas.microsoft.com/office/drawing/2014/main" id="{A094E423-7CE9-4B99-92DE-803EDA3A01EC}"/>
              </a:ext>
            </a:extLst>
          </p:cNvPr>
          <p:cNvSpPr txBox="1">
            <a:spLocks/>
          </p:cNvSpPr>
          <p:nvPr/>
        </p:nvSpPr>
        <p:spPr>
          <a:xfrm>
            <a:off x="8092418" y="2178854"/>
            <a:ext cx="3086503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2000">
                <a:latin typeface="+mj-lt"/>
                <a:ea typeface="+mj-ea"/>
                <a:cs typeface="+mj-cs"/>
              </a:rPr>
              <a:t>Deliver to participants</a:t>
            </a:r>
            <a:endParaRPr lang="en-ZA" sz="2000"/>
          </a:p>
        </p:txBody>
      </p:sp>
      <p:cxnSp>
        <p:nvCxnSpPr>
          <p:cNvPr id="87" name="Straight Connector 86" descr="Milestone Connector">
            <a:extLst>
              <a:ext uri="{FF2B5EF4-FFF2-40B4-BE49-F238E27FC236}">
                <a16:creationId xmlns:a16="http://schemas.microsoft.com/office/drawing/2014/main" id="{210A4F88-A1D6-4474-8086-55B9DC9AF526}"/>
              </a:ext>
            </a:extLst>
          </p:cNvPr>
          <p:cNvCxnSpPr>
            <a:cxnSpLocks/>
          </p:cNvCxnSpPr>
          <p:nvPr/>
        </p:nvCxnSpPr>
        <p:spPr>
          <a:xfrm>
            <a:off x="10150019" y="2862072"/>
            <a:ext cx="0" cy="532327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 descr="Milestone Connector">
            <a:extLst>
              <a:ext uri="{FF2B5EF4-FFF2-40B4-BE49-F238E27FC236}">
                <a16:creationId xmlns:a16="http://schemas.microsoft.com/office/drawing/2014/main" id="{9FC428EC-C5B0-4535-8B88-FF6BE9F35E3F}"/>
              </a:ext>
            </a:extLst>
          </p:cNvPr>
          <p:cNvCxnSpPr>
            <a:cxnSpLocks/>
          </p:cNvCxnSpPr>
          <p:nvPr/>
        </p:nvCxnSpPr>
        <p:spPr>
          <a:xfrm>
            <a:off x="2286000" y="4694195"/>
            <a:ext cx="2019" cy="537881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 Placeholder 31">
            <a:extLst>
              <a:ext uri="{FF2B5EF4-FFF2-40B4-BE49-F238E27FC236}">
                <a16:creationId xmlns:a16="http://schemas.microsoft.com/office/drawing/2014/main" id="{0DB3BBAB-4897-4AAE-8104-E8D840C01351}"/>
              </a:ext>
            </a:extLst>
          </p:cNvPr>
          <p:cNvSpPr txBox="1">
            <a:spLocks/>
          </p:cNvSpPr>
          <p:nvPr/>
        </p:nvSpPr>
        <p:spPr>
          <a:xfrm>
            <a:off x="4406651" y="5261784"/>
            <a:ext cx="2538977" cy="561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2000">
                <a:latin typeface="+mj-lt"/>
                <a:ea typeface="+mj-ea"/>
                <a:cs typeface="+mj-cs"/>
              </a:rPr>
              <a:t>Partner with schools &amp; local groups</a:t>
            </a:r>
            <a:endParaRPr lang="en-ZA" sz="2000"/>
          </a:p>
        </p:txBody>
      </p:sp>
      <p:cxnSp>
        <p:nvCxnSpPr>
          <p:cNvPr id="95" name="Straight Connector 94" descr="Milestone Connector">
            <a:extLst>
              <a:ext uri="{FF2B5EF4-FFF2-40B4-BE49-F238E27FC236}">
                <a16:creationId xmlns:a16="http://schemas.microsoft.com/office/drawing/2014/main" id="{8555111D-9395-4F5A-9ED2-433142ABA373}"/>
              </a:ext>
            </a:extLst>
          </p:cNvPr>
          <p:cNvCxnSpPr>
            <a:cxnSpLocks/>
          </p:cNvCxnSpPr>
          <p:nvPr/>
        </p:nvCxnSpPr>
        <p:spPr>
          <a:xfrm>
            <a:off x="5434293" y="4694195"/>
            <a:ext cx="1261" cy="537881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 Placeholder 31">
            <a:extLst>
              <a:ext uri="{FF2B5EF4-FFF2-40B4-BE49-F238E27FC236}">
                <a16:creationId xmlns:a16="http://schemas.microsoft.com/office/drawing/2014/main" id="{0D97546E-1259-4E0A-BF25-B53C6C7D9B5D}"/>
              </a:ext>
            </a:extLst>
          </p:cNvPr>
          <p:cNvSpPr txBox="1">
            <a:spLocks/>
          </p:cNvSpPr>
          <p:nvPr/>
        </p:nvSpPr>
        <p:spPr>
          <a:xfrm>
            <a:off x="7581698" y="5261784"/>
            <a:ext cx="3086502" cy="561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2000">
                <a:latin typeface="+mj-lt"/>
                <a:ea typeface="+mj-ea"/>
                <a:cs typeface="+mj-cs"/>
              </a:rPr>
              <a:t>Promote via social via &amp; flyers</a:t>
            </a:r>
            <a:endParaRPr lang="en-ZA" sz="2000"/>
          </a:p>
        </p:txBody>
      </p:sp>
      <p:cxnSp>
        <p:nvCxnSpPr>
          <p:cNvPr id="99" name="Straight Connector 98" descr="Milestone Connector">
            <a:extLst>
              <a:ext uri="{FF2B5EF4-FFF2-40B4-BE49-F238E27FC236}">
                <a16:creationId xmlns:a16="http://schemas.microsoft.com/office/drawing/2014/main" id="{33DBE3DD-4F6D-4C20-B843-AA0BC8BCF263}"/>
              </a:ext>
            </a:extLst>
          </p:cNvPr>
          <p:cNvCxnSpPr>
            <a:cxnSpLocks/>
          </p:cNvCxnSpPr>
          <p:nvPr/>
        </p:nvCxnSpPr>
        <p:spPr>
          <a:xfrm>
            <a:off x="8591938" y="4694195"/>
            <a:ext cx="0" cy="537881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 Placeholder 31">
            <a:extLst>
              <a:ext uri="{FF2B5EF4-FFF2-40B4-BE49-F238E27FC236}">
                <a16:creationId xmlns:a16="http://schemas.microsoft.com/office/drawing/2014/main" id="{64A4C147-A5B5-415E-B023-FDD74E3170FA}"/>
              </a:ext>
            </a:extLst>
          </p:cNvPr>
          <p:cNvSpPr txBox="1">
            <a:spLocks/>
          </p:cNvSpPr>
          <p:nvPr/>
        </p:nvSpPr>
        <p:spPr>
          <a:xfrm>
            <a:off x="1665719" y="2177369"/>
            <a:ext cx="2433865" cy="5619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2000">
                <a:latin typeface="+mj-lt"/>
                <a:ea typeface="+mj-ea"/>
                <a:cs typeface="+mj-cs"/>
              </a:rPr>
              <a:t>Creative workshops</a:t>
            </a:r>
            <a:endParaRPr lang="en-ZA" sz="2000"/>
          </a:p>
        </p:txBody>
      </p:sp>
      <p:sp>
        <p:nvSpPr>
          <p:cNvPr id="132" name="Text Placeholder 31">
            <a:extLst>
              <a:ext uri="{FF2B5EF4-FFF2-40B4-BE49-F238E27FC236}">
                <a16:creationId xmlns:a16="http://schemas.microsoft.com/office/drawing/2014/main" id="{4E554FA9-53AB-40E7-A2D2-8573D8B6478B}"/>
              </a:ext>
            </a:extLst>
          </p:cNvPr>
          <p:cNvSpPr txBox="1">
            <a:spLocks/>
          </p:cNvSpPr>
          <p:nvPr/>
        </p:nvSpPr>
        <p:spPr>
          <a:xfrm>
            <a:off x="1215500" y="5261784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2000">
                <a:latin typeface="+mj-lt"/>
                <a:ea typeface="+mj-ea"/>
                <a:cs typeface="+mj-cs"/>
              </a:rPr>
              <a:t>Game nights</a:t>
            </a:r>
            <a:endParaRPr lang="en-ZA" sz="1600"/>
          </a:p>
        </p:txBody>
      </p:sp>
    </p:spTree>
    <p:extLst>
      <p:ext uri="{BB962C8B-B14F-4D97-AF65-F5344CB8AC3E}">
        <p14:creationId xmlns:p14="http://schemas.microsoft.com/office/powerpoint/2010/main" val="2561631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50921" y="2145859"/>
            <a:ext cx="5042568" cy="345473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2400"/>
              <a:t>Higher Participation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9" y="607610"/>
            <a:ext cx="3866242" cy="1110286"/>
          </a:xfrm>
        </p:spPr>
        <p:txBody>
          <a:bodyPr/>
          <a:lstStyle/>
          <a:p>
            <a:r>
              <a:rPr lang="en-US"/>
              <a:t>Effects of decisions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A00EDB-B024-49EC-A7CD-4E3A92A0AC2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50920" y="3198051"/>
            <a:ext cx="6623479" cy="345473"/>
          </a:xfrm>
        </p:spPr>
        <p:txBody>
          <a:bodyPr/>
          <a:lstStyle/>
          <a:p>
            <a:r>
              <a:rPr lang="en-US" sz="2400"/>
              <a:t>Stronger community connections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9BFD7D-5F7D-451D-BDB4-C36E0A7A44B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50921" y="5302434"/>
            <a:ext cx="5042568" cy="320381"/>
          </a:xfrm>
        </p:spPr>
        <p:txBody>
          <a:bodyPr/>
          <a:lstStyle/>
          <a:p>
            <a:r>
              <a:rPr lang="en-US" sz="2400"/>
              <a:t>Easily accessible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9E19BC-12C6-4F34-8ADE-99486BCBB8F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50922" y="5647910"/>
            <a:ext cx="5041422" cy="540104"/>
          </a:xfrm>
        </p:spPr>
        <p:txBody>
          <a:bodyPr vert="horz" lIns="0" tIns="45720" rIns="91440" bIns="45720" rtlCol="0" anchor="t">
            <a:normAutofit fontScale="92500" lnSpcReduction="20000"/>
          </a:bodyPr>
          <a:lstStyle/>
          <a:p>
            <a:r>
              <a:rPr lang="en-US"/>
              <a:t>A simple curriculum that gives students the information they need in order to succeed in college</a:t>
            </a:r>
          </a:p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0BCF128-16BF-47FB-8300-C056A7A674B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50921" y="4250243"/>
            <a:ext cx="5042568" cy="320381"/>
          </a:xfrm>
        </p:spPr>
        <p:txBody>
          <a:bodyPr/>
          <a:lstStyle/>
          <a:p>
            <a:r>
              <a:rPr lang="en-US" sz="2400"/>
              <a:t>Cost savings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76869-4D9B-3C2D-6E1E-28F4D746FC75}"/>
              </a:ext>
            </a:extLst>
          </p:cNvPr>
          <p:cNvSpPr txBox="1"/>
          <p:nvPr/>
        </p:nvSpPr>
        <p:spPr>
          <a:xfrm>
            <a:off x="4378973" y="2594396"/>
            <a:ext cx="434391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Source Sans Pro"/>
              </a:rPr>
              <a:t>Showing you are prepared and focused tells you can take on a challenge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8F7C4B-54A6-F43E-30E3-2DCE02F1E464}"/>
              </a:ext>
            </a:extLst>
          </p:cNvPr>
          <p:cNvSpPr txBox="1"/>
          <p:nvPr/>
        </p:nvSpPr>
        <p:spPr>
          <a:xfrm>
            <a:off x="4379524" y="3540060"/>
            <a:ext cx="4945224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Source Sans Pro"/>
              </a:rPr>
              <a:t>Connecting with others is a great  commit to not only working together, but pushing each other as a leverage to wanting to continue getting those good 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44C27E-3255-78CF-55D9-8E0FD096643F}"/>
              </a:ext>
            </a:extLst>
          </p:cNvPr>
          <p:cNvSpPr txBox="1"/>
          <p:nvPr/>
        </p:nvSpPr>
        <p:spPr>
          <a:xfrm>
            <a:off x="4378972" y="4572874"/>
            <a:ext cx="3877387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Source Sans Pro"/>
              </a:rPr>
              <a:t>Knowing how to manage is a must because it can be easy to fall off track and lose your main focus on how you spend your money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/>
          <a:lstStyle/>
          <a:p>
            <a:r>
              <a:rPr lang="en-US"/>
              <a:t>More Resources  </a:t>
            </a:r>
            <a:br>
              <a:rPr lang="en-US"/>
            </a:br>
            <a:r>
              <a:rPr lang="en-US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175D3F-04A3-B685-36D4-2CABA95FB43B}"/>
              </a:ext>
            </a:extLst>
          </p:cNvPr>
          <p:cNvSpPr txBox="1"/>
          <p:nvPr/>
        </p:nvSpPr>
        <p:spPr>
          <a:xfrm>
            <a:off x="900792" y="2944443"/>
            <a:ext cx="6229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0DCA0938-AA75-0240-100B-7426E2450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112780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587AF-A5E8-70C0-2F89-C139CC162D9D}"/>
              </a:ext>
            </a:extLst>
          </p:cNvPr>
          <p:cNvSpPr txBox="1"/>
          <p:nvPr/>
        </p:nvSpPr>
        <p:spPr>
          <a:xfrm>
            <a:off x="1033106" y="2667064"/>
            <a:ext cx="487239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  <a:hlinkClick r:id="rId2"/>
              </a:rPr>
              <a:t>Resourcefulness Template 2</a:t>
            </a:r>
            <a:endParaRPr lang="en-US" sz="2000"/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1F82E317-3817-9826-3712-B7C384CC3B8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99705" y="5225538"/>
            <a:ext cx="2702907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1D93A00-60BD-8133-FCB8-4625990C5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2" y="2072546"/>
            <a:ext cx="106284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Resourcefulness deliverable template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Close-up of hardbound books in various colors standing vertically shot from above">
            <a:extLst>
              <a:ext uri="{FF2B5EF4-FFF2-40B4-BE49-F238E27FC236}">
                <a16:creationId xmlns:a16="http://schemas.microsoft.com/office/drawing/2014/main" id="{7E46DF18-087D-4FF8-A5A2-0C0EAD030693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433"/>
                    </a14:imgEffect>
                    <a14:imgEffect>
                      <a14:saturation sat="102000"/>
                    </a14:imgEffect>
                  </a14:imgLayer>
                </a14:imgProps>
              </a:ext>
            </a:extLst>
          </a:blip>
          <a:srcRect r="24225"/>
          <a:stretch>
            <a:fillRect/>
          </a:stretch>
        </p:blipFill>
        <p:spPr>
          <a:xfrm>
            <a:off x="8314886" y="0"/>
            <a:ext cx="4389494" cy="6890598"/>
          </a:xfrm>
        </p:spPr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8584C16-529D-49FC-9E5D-414F66219568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2732"/>
          <a:stretch>
            <a:fillRect/>
          </a:stretch>
        </p:blipFill>
        <p:spPr>
          <a:xfrm>
            <a:off x="-743167" y="-16299"/>
            <a:ext cx="4292744" cy="6874299"/>
          </a:xfr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C4A8-F198-4008-B069-610BBFEC409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603" y="1354559"/>
            <a:ext cx="7061056" cy="568234"/>
          </a:xfrm>
        </p:spPr>
        <p:txBody>
          <a:bodyPr>
            <a:noAutofit/>
          </a:bodyPr>
          <a:lstStyle/>
          <a:p>
            <a:pPr algn="ctr"/>
            <a:r>
              <a:rPr lang="en-US" sz="2400" b="1"/>
              <a:t>How the team’s assumption evaluation changed after the deliverable changed ?</a:t>
            </a: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A1B5B5-F4CE-07B3-F2D1-F6A4BEB58C0C}"/>
              </a:ext>
            </a:extLst>
          </p:cNvPr>
          <p:cNvSpPr txBox="1"/>
          <p:nvPr/>
        </p:nvSpPr>
        <p:spPr>
          <a:xfrm>
            <a:off x="209783" y="6874299"/>
            <a:ext cx="55556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5" tooltip="https://menotomymatters.com/howto/covid-librarie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6" tooltip="https://creativecommons.org/licenses/by-nc/3.0/"/>
              </a:rPr>
              <a:t>CC BY-NC</a:t>
            </a:r>
            <a:endParaRPr lang="en-US" sz="9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F8E899-1B56-5CC4-8934-3B31C3637CE8}"/>
              </a:ext>
            </a:extLst>
          </p:cNvPr>
          <p:cNvSpPr txBox="1">
            <a:spLocks/>
          </p:cNvSpPr>
          <p:nvPr/>
        </p:nvSpPr>
        <p:spPr>
          <a:xfrm>
            <a:off x="2987603" y="3760033"/>
            <a:ext cx="6199157" cy="759076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/>
              <a:t>How your team navigated the challenge of the deliverable changing?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464FF-DE00-A9EB-2306-5113DA739E05}"/>
              </a:ext>
            </a:extLst>
          </p:cNvPr>
          <p:cNvSpPr txBox="1"/>
          <p:nvPr/>
        </p:nvSpPr>
        <p:spPr>
          <a:xfrm>
            <a:off x="3309437" y="2100265"/>
            <a:ext cx="641738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The team’s assumption evaluation did not have much change. We felt confident with the assumptions we purchased. Even though it is imperfect , we choose to keep marketing channels. We are accepting the uncertainty of the time windows available and what may define engagement.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D7B6C-D78C-A642-BF2B-F729F9E27C99}"/>
              </a:ext>
            </a:extLst>
          </p:cNvPr>
          <p:cNvSpPr txBox="1"/>
          <p:nvPr/>
        </p:nvSpPr>
        <p:spPr>
          <a:xfrm>
            <a:off x="3420406" y="4980221"/>
            <a:ext cx="52147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Source Sans Pro"/>
              </a:rPr>
              <a:t>We had multiple sessions, coming together and working as a unit to get the work done and continue to make progress.</a:t>
            </a:r>
          </a:p>
        </p:txBody>
      </p:sp>
    </p:spTree>
    <p:extLst>
      <p:ext uri="{BB962C8B-B14F-4D97-AF65-F5344CB8AC3E}">
        <p14:creationId xmlns:p14="http://schemas.microsoft.com/office/powerpoint/2010/main" val="2546836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4">
      <a:dk1>
        <a:srgbClr val="1E1E1E"/>
      </a:dk1>
      <a:lt1>
        <a:sysClr val="window" lastClr="FFFFFF"/>
      </a:lt1>
      <a:dk2>
        <a:srgbClr val="44546A"/>
      </a:dk2>
      <a:lt2>
        <a:srgbClr val="E7E6E6"/>
      </a:lt2>
      <a:accent1>
        <a:srgbClr val="81CC48"/>
      </a:accent1>
      <a:accent2>
        <a:srgbClr val="45BEAD"/>
      </a:accent2>
      <a:accent3>
        <a:srgbClr val="BFFF4B"/>
      </a:accent3>
      <a:accent4>
        <a:srgbClr val="B001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0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EM Deck_tm12041065_Win32_LW_v2.potx" id="{50D3F641-2B59-4E25-9440-7A006AB5DE4F}" vid="{A6D17500-6421-4BD4-89D5-25B2E6BFFA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645DCD0-A178-4C98-8792-75951AB40236}">
  <we:reference id="wa104381526" version="1.0.0.2" store="en-US" storeType="OMEX"/>
  <we:alternateReferences>
    <we:reference id="WA104381526" version="1.0.0.2" store="WA104381526" storeType="OMEX"/>
  </we:alternateReferences>
  <we:properties>
    <we:property name="FormID" value="&quot;N1zOu4HxDE2TEH-Hczbhz_E2_7zdXeZOjOhUYuiNuBlUMk40QjVVTDBIRjBOSzVVV1JMNExLN0dPQS4u&quot;"/>
    <we:property name="FormMode" value="&quot;Runtim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275f972-a0ec-44ed-acfc-93b347ca42d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B7F1D75092C43A80735B994755528" ma:contentTypeVersion="5" ma:contentTypeDescription="Create a new document." ma:contentTypeScope="" ma:versionID="5e0cb337598028aa4bc64c2282386b9f">
  <xsd:schema xmlns:xsd="http://www.w3.org/2001/XMLSchema" xmlns:xs="http://www.w3.org/2001/XMLSchema" xmlns:p="http://schemas.microsoft.com/office/2006/metadata/properties" xmlns:ns3="b275f972-a0ec-44ed-acfc-93b347ca42d1" targetNamespace="http://schemas.microsoft.com/office/2006/metadata/properties" ma:root="true" ma:fieldsID="a9fcfc4abee8f5b1a08239f7fc773ceb" ns3:_="">
    <xsd:import namespace="b275f972-a0ec-44ed-acfc-93b347ca42d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75f972-a0ec-44ed-acfc-93b347ca42d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66E941-6182-4A32-B603-DDB09E5F0715}">
  <ds:schemaRefs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b275f972-a0ec-44ed-acfc-93b347ca42d1"/>
  </ds:schemaRefs>
</ds:datastoreItem>
</file>

<file path=customXml/itemProps2.xml><?xml version="1.0" encoding="utf-8"?>
<ds:datastoreItem xmlns:ds="http://schemas.openxmlformats.org/officeDocument/2006/customXml" ds:itemID="{83FFC980-8EEC-4CFC-96C7-CEB6F5CA86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8B4478-D38B-42A8-AB73-FC6E392EA297}">
  <ds:schemaRefs>
    <ds:schemaRef ds:uri="b275f972-a0ec-44ed-acfc-93b347ca42d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STEM pitch deck</Template>
  <TotalTime>0</TotalTime>
  <Words>285</Words>
  <Application>Microsoft Office PowerPoint</Application>
  <PresentationFormat>Widescreen</PresentationFormat>
  <Paragraphs>47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Source Sans Pro</vt:lpstr>
      <vt:lpstr>Office Theme</vt:lpstr>
      <vt:lpstr>Resourcefulness </vt:lpstr>
      <vt:lpstr>Meet the team </vt:lpstr>
      <vt:lpstr>Program overview</vt:lpstr>
      <vt:lpstr>PowerPoint Presentation</vt:lpstr>
      <vt:lpstr>Microsoft Form </vt:lpstr>
      <vt:lpstr>Three-Month action plan</vt:lpstr>
      <vt:lpstr>Effects of decisions  </vt:lpstr>
      <vt:lpstr>More Resources    </vt:lpstr>
      <vt:lpstr>How the team’s assumption evaluation changed after the deliverable changed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Pilot</dc:title>
  <dc:creator>oluwafemi farinloye</dc:creator>
  <cp:lastModifiedBy>oluwafemi farinloye</cp:lastModifiedBy>
  <cp:revision>1</cp:revision>
  <dcterms:created xsi:type="dcterms:W3CDTF">2026-03-31T22:22:49Z</dcterms:created>
  <dcterms:modified xsi:type="dcterms:W3CDTF">2026-04-02T17:14:24Z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0x0101006BAB7F1D75092C43A80735B994755528</vt:lpwstr>
  </property>
</Properties>
</file>