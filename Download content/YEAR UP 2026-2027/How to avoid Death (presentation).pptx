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309" r:id="rId5"/>
    <p:sldId id="1657" r:id="rId6"/>
    <p:sldId id="261" r:id="rId7"/>
    <p:sldId id="16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5"/>
  </p:normalViewPr>
  <p:slideViewPr>
    <p:cSldViewPr snapToGrid="0">
      <p:cViewPr varScale="1">
        <p:scale>
          <a:sx n="47" d="100"/>
          <a:sy n="47" d="100"/>
        </p:scale>
        <p:origin x="77" y="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anchor="t">
            <a:normAutofit/>
          </a:bodyPr>
          <a:lstStyle>
            <a:lvl1pPr algn="l">
              <a:defRPr sz="9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91071A-A69E-4756-A27D-7C7C5F9F32B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1C923-C708-4EAA-A92A-FF81A8F7DA0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974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anchor="t">
            <a:normAutofit/>
          </a:bodyPr>
          <a:lstStyle>
            <a:lvl1pPr algn="l">
              <a:defRPr sz="12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1AAA3-5155-4231-8EEA-4F6426D8887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87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94E042F-6826-4E41-A6B0-8BF606E4151E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E408205-B154-4943-AEBC-86E16421E5D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D144122-2A67-493C-895E-2682608B0F6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7" y="342900"/>
            <a:ext cx="5334000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98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86A74E5-A9C0-4E5C-851E-13F6D920EA1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4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88DBF3-F598-4A31-8E9B-511F7F0D5E4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88DBF3-F598-4A31-8E9B-511F7F0D5E47}" type="datetime1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BA22E09C-1954-DBFC-E669-2449D22D2D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312551 w 6714969"/>
              <a:gd name="connsiteY0" fmla="*/ 0 h 6163508"/>
              <a:gd name="connsiteX1" fmla="*/ 6402418 w 6714969"/>
              <a:gd name="connsiteY1" fmla="*/ 0 h 6163508"/>
              <a:gd name="connsiteX2" fmla="*/ 6714969 w 6714969"/>
              <a:gd name="connsiteY2" fmla="*/ 312551 h 6163508"/>
              <a:gd name="connsiteX3" fmla="*/ 6714969 w 6714969"/>
              <a:gd name="connsiteY3" fmla="*/ 5850957 h 6163508"/>
              <a:gd name="connsiteX4" fmla="*/ 6402418 w 6714969"/>
              <a:gd name="connsiteY4" fmla="*/ 6163508 h 6163508"/>
              <a:gd name="connsiteX5" fmla="*/ 312551 w 6714969"/>
              <a:gd name="connsiteY5" fmla="*/ 6163508 h 6163508"/>
              <a:gd name="connsiteX6" fmla="*/ 0 w 6714969"/>
              <a:gd name="connsiteY6" fmla="*/ 5850957 h 6163508"/>
              <a:gd name="connsiteX7" fmla="*/ 0 w 6714969"/>
              <a:gd name="connsiteY7" fmla="*/ 312551 h 6163508"/>
              <a:gd name="connsiteX8" fmla="*/ 312551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312551" y="0"/>
                </a:moveTo>
                <a:lnTo>
                  <a:pt x="6402418" y="0"/>
                </a:lnTo>
                <a:cubicBezTo>
                  <a:pt x="6575035" y="0"/>
                  <a:pt x="6714969" y="139934"/>
                  <a:pt x="6714969" y="312551"/>
                </a:cubicBezTo>
                <a:lnTo>
                  <a:pt x="6714969" y="5850957"/>
                </a:lnTo>
                <a:cubicBezTo>
                  <a:pt x="6714969" y="6023574"/>
                  <a:pt x="6575035" y="6163508"/>
                  <a:pt x="6402418" y="6163508"/>
                </a:cubicBezTo>
                <a:lnTo>
                  <a:pt x="312551" y="6163508"/>
                </a:lnTo>
                <a:cubicBezTo>
                  <a:pt x="139934" y="6163508"/>
                  <a:pt x="0" y="6023574"/>
                  <a:pt x="0" y="5850957"/>
                </a:cubicBezTo>
                <a:lnTo>
                  <a:pt x="0" y="312551"/>
                </a:lnTo>
                <a:cubicBezTo>
                  <a:pt x="0" y="139934"/>
                  <a:pt x="139934" y="0"/>
                  <a:pt x="31255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06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D5A0-3316-4C32-929A-0D0DB97D10B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ADD7-305F-4EB9-8736-D791FAF7A4D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80"/>
            <a:ext cx="11328845" cy="74066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380744"/>
            <a:ext cx="11328844" cy="4901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9238A-C249-43B5-82BC-D29F8CAE992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46182-1DDF-4ACE-B05D-D855179AB21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79F24-F3CA-4AD0-8BF8-AB0BBB30EE0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2EAA-E00A-40E8-8E99-2669E036700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5030-C135-4A24-944D-06B773D2F2E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6FB-0D10-49C4-88DE-98215C666BA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3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242880F-92D7-4796-B72D-6CF83054BAF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3749-65BA-43BD-B2BF-FF5A4C96AE1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61C12A-E1D5-4BE9-85D9-F221F70F493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DBE6-5750-4902-BDAA-20F546DD8AD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1C4331-C33F-4DC1-AB74-C520A718CE2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4764-83A9-4A81-9507-BED109D8152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2C6C9-D30C-4946-92A4-454A5FC6968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79CC6-BB04-42D6-AB0C-BAA184663D9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86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B3D66E4-8050-49E4-B8D2-06214BFB7C0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AEA2F-0823-4BD6-88F7-6D0D98F52C9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6092A99-204A-46CE-8F70-09D6B2D3487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941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9EA3-15DE-451B-A24B-ACC8EA0B6D0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44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43DB-FCC0-4D52-80F2-173D55390D6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57C7506-9AD1-49AD-BE44-C83E35401EA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F2A-D949-4DFB-9912-9D6234B797F2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4C-FF61-4FB6-A5E4-597CB7D69CB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05C6-AA77-4A66-BB27-EE68DDD0D19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5DF3-EEC7-45DF-A943-3E12702079E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5" y="4989044"/>
            <a:ext cx="11201399" cy="122529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ctr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ctr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ctr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ctr"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570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9EAFF-A363-4554-A2A5-F61FABD0CE0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6" y="4989044"/>
            <a:ext cx="11201400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228600" indent="0" algn="ctr">
              <a:buNone/>
              <a:defRPr sz="24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1800"/>
            </a:lvl4pPr>
            <a:lvl5pPr marL="9144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08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603504"/>
            <a:ext cx="11201400" cy="4206240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7950-0717-4110-9557-F08D8A545BF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4809744"/>
            <a:ext cx="5897880" cy="13533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l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l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l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823376"/>
            <a:ext cx="9198864" cy="2875175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3A70-5484-4418-A739-7B973E09E7E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276088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4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9805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A9563B-AAD5-FEB6-A529-82D8BF95E524}"/>
              </a:ext>
            </a:extLst>
          </p:cNvPr>
          <p:cNvSpPr/>
          <p:nvPr userDrawn="1"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9960C-742D-4508-821A-E36FD033CDB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  <a:lvl2pPr marL="228600" indent="0">
              <a:buNone/>
              <a:defRPr lang="en-US" b="1" dirty="0"/>
            </a:lvl2pPr>
            <a:lvl3pPr marL="457200" indent="0">
              <a:buNone/>
              <a:defRPr lang="en-US" b="1" dirty="0"/>
            </a:lvl3pPr>
            <a:lvl4pPr marL="685800" indent="0">
              <a:buNone/>
              <a:defRPr lang="en-US" b="1" dirty="0"/>
            </a:lvl4pPr>
            <a:lvl5pPr marL="914400" indent="0">
              <a:buNone/>
              <a:defRPr lang="en-US" b="1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8590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0D0A5-9A76-413F-B8E0-5A45841D7E4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7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0AF003-CBE1-47D7-BB91-14D8E3A5703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0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EEC48-96C8-40C8-BC32-68BFC261013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9F91-8FDB-4AB3-84FB-6B8E68AF702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D436-D43A-4662-BADB-33E2F793B99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576B-5432-44C5-AE72-B8C78722FE9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342901"/>
            <a:ext cx="6785782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6CE1-0051-42BD-BBD3-CB4EC65FC51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4B75-5BA7-423E-A6AE-B3781CB72AA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1F7B-2472-4057-932A-A13696216B5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8A7B9ABC-2BDA-432C-8D53-84813DB6E36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15" r:id="rId2"/>
    <p:sldLayoutId id="2147483676" r:id="rId3"/>
    <p:sldLayoutId id="2147483712" r:id="rId4"/>
    <p:sldLayoutId id="2147483698" r:id="rId5"/>
    <p:sldLayoutId id="2147483734" r:id="rId6"/>
    <p:sldLayoutId id="2147483736" r:id="rId7"/>
    <p:sldLayoutId id="2147483729" r:id="rId8"/>
    <p:sldLayoutId id="2147483783" r:id="rId9"/>
    <p:sldLayoutId id="2147483716" r:id="rId10"/>
    <p:sldLayoutId id="2147483782" r:id="rId11"/>
    <p:sldLayoutId id="2147483713" r:id="rId12"/>
    <p:sldLayoutId id="2147483732" r:id="rId13"/>
    <p:sldLayoutId id="2147483662" r:id="rId14"/>
    <p:sldLayoutId id="2147483679" r:id="rId15"/>
    <p:sldLayoutId id="2147483680" r:id="rId16"/>
    <p:sldLayoutId id="2147483681" r:id="rId17"/>
    <p:sldLayoutId id="2147483778" r:id="rId18"/>
    <p:sldLayoutId id="2147483777" r:id="rId19"/>
    <p:sldLayoutId id="2147483689" r:id="rId20"/>
    <p:sldLayoutId id="2147483690" r:id="rId21"/>
    <p:sldLayoutId id="2147483707" r:id="rId22"/>
    <p:sldLayoutId id="2147483708" r:id="rId23"/>
    <p:sldLayoutId id="2147483692" r:id="rId24"/>
    <p:sldLayoutId id="2147483691" r:id="rId25"/>
    <p:sldLayoutId id="2147483743" r:id="rId26"/>
    <p:sldLayoutId id="2147483744" r:id="rId27"/>
    <p:sldLayoutId id="2147483694" r:id="rId28"/>
    <p:sldLayoutId id="2147483770" r:id="rId29"/>
    <p:sldLayoutId id="2147483769" r:id="rId30"/>
    <p:sldLayoutId id="2147483771" r:id="rId31"/>
    <p:sldLayoutId id="2147483693" r:id="rId32"/>
    <p:sldLayoutId id="2147483711" r:id="rId33"/>
    <p:sldLayoutId id="2147483672" r:id="rId34"/>
    <p:sldLayoutId id="2147483673" r:id="rId35"/>
    <p:sldLayoutId id="2147483696" r:id="rId36"/>
    <p:sldLayoutId id="2147483780" r:id="rId37"/>
    <p:sldLayoutId id="2147483740" r:id="rId38"/>
    <p:sldLayoutId id="2147483779" r:id="rId39"/>
    <p:sldLayoutId id="2147483757" r:id="rId40"/>
    <p:sldLayoutId id="2147483762" r:id="rId41"/>
    <p:sldLayoutId id="2147483764" r:id="rId42"/>
    <p:sldLayoutId id="2147483767" r:id="rId43"/>
    <p:sldLayoutId id="2147483664" r:id="rId44"/>
    <p:sldLayoutId id="2147483665" r:id="rId45"/>
    <p:sldLayoutId id="2147483666" r:id="rId46"/>
    <p:sldLayoutId id="2147483667" r:id="rId47"/>
    <p:sldLayoutId id="2147483668" r:id="rId48"/>
    <p:sldLayoutId id="2147483669" r:id="rId49"/>
    <p:sldLayoutId id="2147483685" r:id="rId50"/>
    <p:sldLayoutId id="2147483730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ACAB-959D-812F-8963-C96537ED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dock on a body of water">
            <a:extLst>
              <a:ext uri="{FF2B5EF4-FFF2-40B4-BE49-F238E27FC236}">
                <a16:creationId xmlns:a16="http://schemas.microsoft.com/office/drawing/2014/main" id="{78399731-5F97-E9F2-6BCE-D012F2544B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901" y="343038"/>
            <a:ext cx="11506200" cy="4792766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1059432-9656-F79B-DE72-57A4B37362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avoid death 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8689D5C-A47B-A426-95B3-D9562472A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Oluwafemi Farinloye</a:t>
            </a:r>
          </a:p>
        </p:txBody>
      </p:sp>
    </p:spTree>
    <p:extLst>
      <p:ext uri="{BB962C8B-B14F-4D97-AF65-F5344CB8AC3E}">
        <p14:creationId xmlns:p14="http://schemas.microsoft.com/office/powerpoint/2010/main" val="1640834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8D14EC-78B8-4287-8DC4-AECA6B3C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2092751"/>
            <a:ext cx="8695944" cy="2128102"/>
          </a:xfrm>
        </p:spPr>
        <p:txBody>
          <a:bodyPr/>
          <a:lstStyle/>
          <a:p>
            <a:r>
              <a:rPr lang="en-US" dirty="0"/>
              <a:t>“They may forget what you said, but they will never forget how you made them feel.”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F3E55-BAB9-1E39-F6BB-65CB4DB472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55064" y="5120640"/>
            <a:ext cx="8695944" cy="621792"/>
          </a:xfrm>
        </p:spPr>
        <p:txBody>
          <a:bodyPr/>
          <a:lstStyle/>
          <a:p>
            <a:r>
              <a:rPr lang="en-US" dirty="0"/>
              <a:t>– Carl W. Buechner</a:t>
            </a:r>
          </a:p>
        </p:txBody>
      </p:sp>
    </p:spTree>
    <p:extLst>
      <p:ext uri="{BB962C8B-B14F-4D97-AF65-F5344CB8AC3E}">
        <p14:creationId xmlns:p14="http://schemas.microsoft.com/office/powerpoint/2010/main" val="123272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Make eye contact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It builds trust and keeps the audience focused. Successful presentations inform as well as captivate and good eye contact helps everyone stay engaged.</a:t>
            </a:r>
          </a:p>
          <a:p>
            <a:pPr marL="0" indent="0">
              <a:buNone/>
            </a:pPr>
            <a:r>
              <a:rPr lang="en-US" sz="1800" b="1" dirty="0"/>
              <a:t>Tell a story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Storytelling make messages stick. Use personal or industry-related stories. Try the “what, so what, now what” framework to structure your narrative.</a:t>
            </a:r>
          </a:p>
          <a:p>
            <a:pPr marL="0" indent="0">
              <a:buNone/>
            </a:pPr>
            <a:r>
              <a:rPr lang="en-US" sz="1800" b="1" dirty="0"/>
              <a:t>Make it interactive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Encourage interaction by asking questions, taking live polls, or inviting audience input. Use survey tools to collect real-time responses.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4E0B-F916-F3F6-3D3A-016C7385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98286-1C14-C9FD-D5C0-2D1BF7E4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/>
          <a:lstStyle/>
          <a:p>
            <a:r>
              <a:rPr lang="en-US" dirty="0"/>
              <a:t>Delivering with impact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D85F0-A951-6F8F-291B-46A5462D6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/>
          <a:lstStyle/>
          <a:p>
            <a:r>
              <a:rPr lang="en-US" dirty="0"/>
              <a:t>Keeping your audience engaged through effective techniques</a:t>
            </a:r>
          </a:p>
        </p:txBody>
      </p:sp>
    </p:spTree>
    <p:extLst>
      <p:ext uri="{BB962C8B-B14F-4D97-AF65-F5344CB8AC3E}">
        <p14:creationId xmlns:p14="http://schemas.microsoft.com/office/powerpoint/2010/main" val="2738650492"/>
      </p:ext>
    </p:extLst>
  </p:cSld>
  <p:clrMapOvr>
    <a:masterClrMapping/>
  </p:clrMapOvr>
</p:sld>
</file>

<file path=ppt/theme/theme1.xml><?xml version="1.0" encoding="utf-8"?>
<a:theme xmlns:a="http://schemas.openxmlformats.org/drawingml/2006/main" name="DuneVTI">
  <a:themeElements>
    <a:clrScheme name="Dune Palett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_win32_DN_v2" id="{97A7A9A4-5677-45E2-BAC9-3A76DA18A86D}" vid="{E1353FFA-7ECE-4894-957E-EAB589AB12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156391-F804-4A06-B48F-8124C299B4D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FAE7ADC-5572-47FE-BE40-4792EA70A8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232D5D-6EDA-4316-A27A-FEC1DABA69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{4EEA7ACE-24CF-4E0C-A3F6-8F35C82F0E05}9901052e-9f9b-49a5-9493-59375491d64e-TF100df7e3-a978-4a95-a97b-183e1fcc9fc7_win32</Template>
  <TotalTime>2</TotalTime>
  <Words>129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Neue Haas Grotesk Text Pro</vt:lpstr>
      <vt:lpstr>DuneVTI</vt:lpstr>
      <vt:lpstr>How to avoid death </vt:lpstr>
      <vt:lpstr>“They may forget what you said, but they will never forget how you made them feel.”</vt:lpstr>
      <vt:lpstr>Engaging the audience</vt:lpstr>
      <vt:lpstr>Delivering with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oluwafemi farinloye</dc:creator>
  <cp:lastModifiedBy>oluwafemi farinloye</cp:lastModifiedBy>
  <cp:revision>1</cp:revision>
  <dcterms:created xsi:type="dcterms:W3CDTF">2026-04-01T22:15:12Z</dcterms:created>
  <dcterms:modified xsi:type="dcterms:W3CDTF">2026-04-01T22:17:59Z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