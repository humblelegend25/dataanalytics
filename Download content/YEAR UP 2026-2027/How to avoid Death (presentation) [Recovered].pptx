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handoutMasterIdLst>
    <p:handoutMasterId r:id="rId9"/>
  </p:handoutMasterIdLst>
  <p:sldIdLst>
    <p:sldId id="309" r:id="rId5"/>
    <p:sldId id="1657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471F2E-E011-F521-299E-65FC243E7E5E}" name="David Salaguinto" initials="DS" userId="S::davidsa@microsoft.com::9399e6ad-b974-43d0-b593-8c2804f84e0d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4E4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5"/>
  </p:normalViewPr>
  <p:slideViewPr>
    <p:cSldViewPr snapToGrid="0">
      <p:cViewPr varScale="1">
        <p:scale>
          <a:sx n="47" d="100"/>
          <a:sy n="47" d="100"/>
        </p:scale>
        <p:origin x="77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4/1/2026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9317736" cy="4453128"/>
          </a:xfrm>
        </p:spPr>
        <p:txBody>
          <a:bodyPr anchor="t">
            <a:normAutofit/>
          </a:bodyPr>
          <a:lstStyle>
            <a:lvl1pPr algn="l">
              <a:defRPr sz="9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91071A-A69E-4756-A27D-7C7C5F9F32BB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2964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4427554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D1C923-C708-4EAA-A92A-FF81A8F7DA0D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9745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anchor="t">
            <a:normAutofit/>
          </a:bodyPr>
          <a:lstStyle>
            <a:lvl1pPr algn="l">
              <a:defRPr sz="12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93208"/>
            <a:ext cx="5669280" cy="1161288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61AAA3-5155-4231-8EEA-4F6426D8887B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7878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F9A648C8-0436-6FAF-8B52-BA15EFB5F9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901" y="343038"/>
            <a:ext cx="11506200" cy="4792766"/>
          </a:xfrm>
          <a:custGeom>
            <a:avLst/>
            <a:gdLst>
              <a:gd name="connsiteX0" fmla="*/ 292023 w 11506200"/>
              <a:gd name="connsiteY0" fmla="*/ 0 h 4792766"/>
              <a:gd name="connsiteX1" fmla="*/ 11214177 w 11506200"/>
              <a:gd name="connsiteY1" fmla="*/ 0 h 4792766"/>
              <a:gd name="connsiteX2" fmla="*/ 11506200 w 11506200"/>
              <a:gd name="connsiteY2" fmla="*/ 292023 h 4792766"/>
              <a:gd name="connsiteX3" fmla="*/ 11506200 w 11506200"/>
              <a:gd name="connsiteY3" fmla="*/ 4500743 h 4792766"/>
              <a:gd name="connsiteX4" fmla="*/ 11214177 w 11506200"/>
              <a:gd name="connsiteY4" fmla="*/ 4792766 h 4792766"/>
              <a:gd name="connsiteX5" fmla="*/ 292023 w 11506200"/>
              <a:gd name="connsiteY5" fmla="*/ 4792766 h 4792766"/>
              <a:gd name="connsiteX6" fmla="*/ 0 w 11506200"/>
              <a:gd name="connsiteY6" fmla="*/ 4500743 h 4792766"/>
              <a:gd name="connsiteX7" fmla="*/ 0 w 11506200"/>
              <a:gd name="connsiteY7" fmla="*/ 292023 h 4792766"/>
              <a:gd name="connsiteX8" fmla="*/ 292023 w 11506200"/>
              <a:gd name="connsiteY8" fmla="*/ 0 h 479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6200" h="4792766">
                <a:moveTo>
                  <a:pt x="292023" y="0"/>
                </a:moveTo>
                <a:lnTo>
                  <a:pt x="11214177" y="0"/>
                </a:lnTo>
                <a:cubicBezTo>
                  <a:pt x="11375457" y="0"/>
                  <a:pt x="11506200" y="130743"/>
                  <a:pt x="11506200" y="292023"/>
                </a:cubicBezTo>
                <a:lnTo>
                  <a:pt x="11506200" y="4500743"/>
                </a:lnTo>
                <a:cubicBezTo>
                  <a:pt x="11506200" y="4662023"/>
                  <a:pt x="11375457" y="4792766"/>
                  <a:pt x="11214177" y="4792766"/>
                </a:cubicBezTo>
                <a:lnTo>
                  <a:pt x="292023" y="4792766"/>
                </a:lnTo>
                <a:cubicBezTo>
                  <a:pt x="130743" y="4792766"/>
                  <a:pt x="0" y="4662023"/>
                  <a:pt x="0" y="4500743"/>
                </a:cubicBezTo>
                <a:lnTo>
                  <a:pt x="0" y="292023"/>
                </a:lnTo>
                <a:cubicBezTo>
                  <a:pt x="0" y="130743"/>
                  <a:pt x="130743" y="0"/>
                  <a:pt x="292023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94E042F-6826-4E41-A6B0-8BF606E4151E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685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1348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3E408205-B154-4943-AEBC-86E16421E5DB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7511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D144122-2A67-493C-895E-2682608B0F6A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8F28510C-0939-D915-FCC8-7D8AD44757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7" y="342900"/>
            <a:ext cx="5334000" cy="6172200"/>
          </a:xfrm>
          <a:custGeom>
            <a:avLst/>
            <a:gdLst>
              <a:gd name="connsiteX0" fmla="*/ 305905 w 5334000"/>
              <a:gd name="connsiteY0" fmla="*/ 0 h 6172200"/>
              <a:gd name="connsiteX1" fmla="*/ 5028095 w 5334000"/>
              <a:gd name="connsiteY1" fmla="*/ 0 h 6172200"/>
              <a:gd name="connsiteX2" fmla="*/ 5334000 w 5334000"/>
              <a:gd name="connsiteY2" fmla="*/ 305905 h 6172200"/>
              <a:gd name="connsiteX3" fmla="*/ 5334000 w 5334000"/>
              <a:gd name="connsiteY3" fmla="*/ 5866295 h 6172200"/>
              <a:gd name="connsiteX4" fmla="*/ 5028095 w 5334000"/>
              <a:gd name="connsiteY4" fmla="*/ 6172200 h 6172200"/>
              <a:gd name="connsiteX5" fmla="*/ 305905 w 5334000"/>
              <a:gd name="connsiteY5" fmla="*/ 6172200 h 6172200"/>
              <a:gd name="connsiteX6" fmla="*/ 0 w 5334000"/>
              <a:gd name="connsiteY6" fmla="*/ 5866295 h 6172200"/>
              <a:gd name="connsiteX7" fmla="*/ 0 w 5334000"/>
              <a:gd name="connsiteY7" fmla="*/ 305905 h 6172200"/>
              <a:gd name="connsiteX8" fmla="*/ 305905 w 53340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4000" h="6172200">
                <a:moveTo>
                  <a:pt x="305905" y="0"/>
                </a:moveTo>
                <a:lnTo>
                  <a:pt x="5028095" y="0"/>
                </a:lnTo>
                <a:cubicBezTo>
                  <a:pt x="5197042" y="0"/>
                  <a:pt x="5334000" y="136958"/>
                  <a:pt x="5334000" y="305905"/>
                </a:cubicBezTo>
                <a:lnTo>
                  <a:pt x="5334000" y="5866295"/>
                </a:lnTo>
                <a:cubicBezTo>
                  <a:pt x="5334000" y="6035242"/>
                  <a:pt x="5197042" y="6172200"/>
                  <a:pt x="5028095" y="6172200"/>
                </a:cubicBezTo>
                <a:lnTo>
                  <a:pt x="305905" y="6172200"/>
                </a:lnTo>
                <a:cubicBezTo>
                  <a:pt x="136958" y="6172200"/>
                  <a:pt x="0" y="6035242"/>
                  <a:pt x="0" y="5866295"/>
                </a:cubicBezTo>
                <a:lnTo>
                  <a:pt x="0" y="305905"/>
                </a:lnTo>
                <a:cubicBezTo>
                  <a:pt x="0" y="136958"/>
                  <a:pt x="136958" y="0"/>
                  <a:pt x="305905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5980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7472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486A74E5-A9C0-4E5C-851E-13F6D920EA1A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8489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C7299-89AC-DB5B-B75E-E02A0040A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429768"/>
            <a:ext cx="7772400" cy="786384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188DBF3-F598-4A31-8E9B-511F7F0D5E47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5944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C7299-89AC-DB5B-B75E-E02A0040A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429768"/>
            <a:ext cx="7772400" cy="786384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88DBF3-F598-4A31-8E9B-511F7F0D5E47}" type="datetime1">
              <a:rPr lang="en-US" smtClean="0"/>
              <a:pPr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9633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0FBA-2DD9-4488-808B-852669FDC9B7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356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383" y="1012952"/>
            <a:ext cx="4023360" cy="163677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BA22E09C-1954-DBFC-E669-2449D22D2D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2901" y="345109"/>
            <a:ext cx="6714969" cy="6163508"/>
          </a:xfrm>
          <a:custGeom>
            <a:avLst/>
            <a:gdLst>
              <a:gd name="connsiteX0" fmla="*/ 312551 w 6714969"/>
              <a:gd name="connsiteY0" fmla="*/ 0 h 6163508"/>
              <a:gd name="connsiteX1" fmla="*/ 6402418 w 6714969"/>
              <a:gd name="connsiteY1" fmla="*/ 0 h 6163508"/>
              <a:gd name="connsiteX2" fmla="*/ 6714969 w 6714969"/>
              <a:gd name="connsiteY2" fmla="*/ 312551 h 6163508"/>
              <a:gd name="connsiteX3" fmla="*/ 6714969 w 6714969"/>
              <a:gd name="connsiteY3" fmla="*/ 5850957 h 6163508"/>
              <a:gd name="connsiteX4" fmla="*/ 6402418 w 6714969"/>
              <a:gd name="connsiteY4" fmla="*/ 6163508 h 6163508"/>
              <a:gd name="connsiteX5" fmla="*/ 312551 w 6714969"/>
              <a:gd name="connsiteY5" fmla="*/ 6163508 h 6163508"/>
              <a:gd name="connsiteX6" fmla="*/ 0 w 6714969"/>
              <a:gd name="connsiteY6" fmla="*/ 5850957 h 6163508"/>
              <a:gd name="connsiteX7" fmla="*/ 0 w 6714969"/>
              <a:gd name="connsiteY7" fmla="*/ 312551 h 6163508"/>
              <a:gd name="connsiteX8" fmla="*/ 312551 w 6714969"/>
              <a:gd name="connsiteY8" fmla="*/ 0 h 616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14969" h="6163508">
                <a:moveTo>
                  <a:pt x="312551" y="0"/>
                </a:moveTo>
                <a:lnTo>
                  <a:pt x="6402418" y="0"/>
                </a:lnTo>
                <a:cubicBezTo>
                  <a:pt x="6575035" y="0"/>
                  <a:pt x="6714969" y="139934"/>
                  <a:pt x="6714969" y="312551"/>
                </a:cubicBezTo>
                <a:lnTo>
                  <a:pt x="6714969" y="5850957"/>
                </a:lnTo>
                <a:cubicBezTo>
                  <a:pt x="6714969" y="6023574"/>
                  <a:pt x="6575035" y="6163508"/>
                  <a:pt x="6402418" y="6163508"/>
                </a:cubicBezTo>
                <a:lnTo>
                  <a:pt x="312551" y="6163508"/>
                </a:lnTo>
                <a:cubicBezTo>
                  <a:pt x="139934" y="6163508"/>
                  <a:pt x="0" y="6023574"/>
                  <a:pt x="0" y="5850957"/>
                </a:cubicBezTo>
                <a:lnTo>
                  <a:pt x="0" y="312551"/>
                </a:lnTo>
                <a:cubicBezTo>
                  <a:pt x="0" y="139934"/>
                  <a:pt x="139934" y="0"/>
                  <a:pt x="312551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896616"/>
            <a:ext cx="4023360" cy="3364992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0FBA-2DD9-4488-808B-852669FDC9B7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9064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" y="151598"/>
            <a:ext cx="11924209" cy="528186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776036"/>
            <a:ext cx="11924209" cy="5676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9D5A0-3316-4C32-929A-0D0DB97D10BB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1269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BADD7-305F-4EB9-8736-D791FAF7A4D4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9130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80"/>
            <a:ext cx="11328845" cy="74066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768" y="1380744"/>
            <a:ext cx="11328844" cy="49011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9238A-C249-43B5-82BC-D29F8CAE992A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2030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46182-1DDF-4ACE-B05D-D855179AB21D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7418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79F24-F3CA-4AD0-8BF8-AB0BBB30EE08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5640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42EAA-E00A-40E8-8E99-2669E0367007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5867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4032504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080"/>
            <a:ext cx="597103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35030-C135-4A24-944D-06B773D2F2E6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5543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5E6FB-0D10-49C4-88DE-98215C666BA1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6392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F226A48-373B-47E6-1E90-9892366CC9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900" y="342900"/>
            <a:ext cx="4501152" cy="6172200"/>
          </a:xfrm>
          <a:custGeom>
            <a:avLst/>
            <a:gdLst>
              <a:gd name="connsiteX0" fmla="*/ 332635 w 4501152"/>
              <a:gd name="connsiteY0" fmla="*/ 0 h 6172200"/>
              <a:gd name="connsiteX1" fmla="*/ 4168517 w 4501152"/>
              <a:gd name="connsiteY1" fmla="*/ 0 h 6172200"/>
              <a:gd name="connsiteX2" fmla="*/ 4501152 w 4501152"/>
              <a:gd name="connsiteY2" fmla="*/ 331423 h 6172200"/>
              <a:gd name="connsiteX3" fmla="*/ 4501152 w 4501152"/>
              <a:gd name="connsiteY3" fmla="*/ 5840778 h 6172200"/>
              <a:gd name="connsiteX4" fmla="*/ 4168517 w 4501152"/>
              <a:gd name="connsiteY4" fmla="*/ 6172200 h 6172200"/>
              <a:gd name="connsiteX5" fmla="*/ 332635 w 4501152"/>
              <a:gd name="connsiteY5" fmla="*/ 6172200 h 6172200"/>
              <a:gd name="connsiteX6" fmla="*/ 0 w 4501152"/>
              <a:gd name="connsiteY6" fmla="*/ 5840778 h 6172200"/>
              <a:gd name="connsiteX7" fmla="*/ 0 w 4501152"/>
              <a:gd name="connsiteY7" fmla="*/ 331423 h 6172200"/>
              <a:gd name="connsiteX8" fmla="*/ 332635 w 4501152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1152" h="6172200">
                <a:moveTo>
                  <a:pt x="332635" y="0"/>
                </a:moveTo>
                <a:lnTo>
                  <a:pt x="4168517" y="0"/>
                </a:lnTo>
                <a:cubicBezTo>
                  <a:pt x="4352226" y="0"/>
                  <a:pt x="4501152" y="148383"/>
                  <a:pt x="4501152" y="331423"/>
                </a:cubicBezTo>
                <a:lnTo>
                  <a:pt x="4501152" y="5840778"/>
                </a:lnTo>
                <a:cubicBezTo>
                  <a:pt x="4501152" y="6023817"/>
                  <a:pt x="4352226" y="6172200"/>
                  <a:pt x="4168517" y="6172200"/>
                </a:cubicBezTo>
                <a:lnTo>
                  <a:pt x="332635" y="6172200"/>
                </a:lnTo>
                <a:cubicBezTo>
                  <a:pt x="148926" y="6172200"/>
                  <a:pt x="0" y="6023817"/>
                  <a:pt x="0" y="5840778"/>
                </a:cubicBezTo>
                <a:lnTo>
                  <a:pt x="0" y="331423"/>
                </a:lnTo>
                <a:cubicBezTo>
                  <a:pt x="0" y="148383"/>
                  <a:pt x="148926" y="0"/>
                  <a:pt x="332635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242880F-92D7-4796-B72D-6CF83054BAF5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492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23749-65BA-43BD-B2BF-FF5A4C96AE14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11DC52-D1FD-A255-1A04-7A15A9DE3C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53304" y="352327"/>
            <a:ext cx="4495799" cy="6172200"/>
          </a:xfrm>
          <a:custGeom>
            <a:avLst/>
            <a:gdLst>
              <a:gd name="connsiteX0" fmla="*/ 293171 w 4495799"/>
              <a:gd name="connsiteY0" fmla="*/ 0 h 6172200"/>
              <a:gd name="connsiteX1" fmla="*/ 4202628 w 4495799"/>
              <a:gd name="connsiteY1" fmla="*/ 0 h 6172200"/>
              <a:gd name="connsiteX2" fmla="*/ 4495799 w 4495799"/>
              <a:gd name="connsiteY2" fmla="*/ 293171 h 6172200"/>
              <a:gd name="connsiteX3" fmla="*/ 4495799 w 4495799"/>
              <a:gd name="connsiteY3" fmla="*/ 5879029 h 6172200"/>
              <a:gd name="connsiteX4" fmla="*/ 4202628 w 4495799"/>
              <a:gd name="connsiteY4" fmla="*/ 6172200 h 6172200"/>
              <a:gd name="connsiteX5" fmla="*/ 293171 w 4495799"/>
              <a:gd name="connsiteY5" fmla="*/ 6172200 h 6172200"/>
              <a:gd name="connsiteX6" fmla="*/ 0 w 4495799"/>
              <a:gd name="connsiteY6" fmla="*/ 5879029 h 6172200"/>
              <a:gd name="connsiteX7" fmla="*/ 0 w 4495799"/>
              <a:gd name="connsiteY7" fmla="*/ 293171 h 6172200"/>
              <a:gd name="connsiteX8" fmla="*/ 293171 w 4495799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5799" h="6172200">
                <a:moveTo>
                  <a:pt x="293171" y="0"/>
                </a:moveTo>
                <a:lnTo>
                  <a:pt x="4202628" y="0"/>
                </a:lnTo>
                <a:cubicBezTo>
                  <a:pt x="4364542" y="0"/>
                  <a:pt x="4495799" y="131257"/>
                  <a:pt x="4495799" y="293171"/>
                </a:cubicBezTo>
                <a:lnTo>
                  <a:pt x="4495799" y="5879029"/>
                </a:lnTo>
                <a:cubicBezTo>
                  <a:pt x="4495799" y="6040943"/>
                  <a:pt x="4364542" y="6172200"/>
                  <a:pt x="4202628" y="6172200"/>
                </a:cubicBezTo>
                <a:lnTo>
                  <a:pt x="293171" y="6172200"/>
                </a:lnTo>
                <a:cubicBezTo>
                  <a:pt x="131257" y="6172200"/>
                  <a:pt x="0" y="6040943"/>
                  <a:pt x="0" y="5879029"/>
                </a:cubicBezTo>
                <a:lnTo>
                  <a:pt x="0" y="293171"/>
                </a:lnTo>
                <a:cubicBezTo>
                  <a:pt x="0" y="131257"/>
                  <a:pt x="131257" y="0"/>
                  <a:pt x="293171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4047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39F8C7-DD74-7177-C2DA-02533B6576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9373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561C12A-E1D5-4BE9-85D9-F221F70F4931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2171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DBE6-5750-4902-BDAA-20F546DD8AD7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46768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197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01C4331-C33F-4DC1-AB74-C520A718CE2B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3447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4764-83A9-4A81-9507-BED109D81520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800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2C6C9-D30C-4946-92A4-454A5FC69685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7350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79CC6-BB04-42D6-AB0C-BAA184663D94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58616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B3D66E4-8050-49E4-B8D2-06214BFB7C0A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7347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342901"/>
            <a:ext cx="7346257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E7AEA2F-0823-4BD6-88F7-6D0D98F52C93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3169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6092A99-204A-46CE-8F70-09D6B2D34877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1941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2" y="5111854"/>
            <a:ext cx="3739279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5837EDE-723C-6CF6-EB95-3AEDA1F07E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9373" y="320043"/>
            <a:ext cx="11509730" cy="4404825"/>
          </a:xfrm>
          <a:custGeom>
            <a:avLst/>
            <a:gdLst>
              <a:gd name="connsiteX0" fmla="*/ 299132 w 11509730"/>
              <a:gd name="connsiteY0" fmla="*/ 0 h 4404825"/>
              <a:gd name="connsiteX1" fmla="*/ 11210598 w 11509730"/>
              <a:gd name="connsiteY1" fmla="*/ 0 h 4404825"/>
              <a:gd name="connsiteX2" fmla="*/ 11509730 w 11509730"/>
              <a:gd name="connsiteY2" fmla="*/ 299132 h 4404825"/>
              <a:gd name="connsiteX3" fmla="*/ 11509730 w 11509730"/>
              <a:gd name="connsiteY3" fmla="*/ 4105693 h 4404825"/>
              <a:gd name="connsiteX4" fmla="*/ 11210598 w 11509730"/>
              <a:gd name="connsiteY4" fmla="*/ 4404825 h 4404825"/>
              <a:gd name="connsiteX5" fmla="*/ 299132 w 11509730"/>
              <a:gd name="connsiteY5" fmla="*/ 4404825 h 4404825"/>
              <a:gd name="connsiteX6" fmla="*/ 0 w 11509730"/>
              <a:gd name="connsiteY6" fmla="*/ 4105693 h 4404825"/>
              <a:gd name="connsiteX7" fmla="*/ 0 w 11509730"/>
              <a:gd name="connsiteY7" fmla="*/ 299132 h 4404825"/>
              <a:gd name="connsiteX8" fmla="*/ 299132 w 11509730"/>
              <a:gd name="connsiteY8" fmla="*/ 0 h 44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4404825">
                <a:moveTo>
                  <a:pt x="299132" y="0"/>
                </a:moveTo>
                <a:lnTo>
                  <a:pt x="11210598" y="0"/>
                </a:lnTo>
                <a:cubicBezTo>
                  <a:pt x="11375804" y="0"/>
                  <a:pt x="11509730" y="133926"/>
                  <a:pt x="11509730" y="299132"/>
                </a:cubicBezTo>
                <a:lnTo>
                  <a:pt x="11509730" y="4105693"/>
                </a:lnTo>
                <a:cubicBezTo>
                  <a:pt x="11509730" y="4270899"/>
                  <a:pt x="11375804" y="4404825"/>
                  <a:pt x="11210598" y="4404825"/>
                </a:cubicBezTo>
                <a:lnTo>
                  <a:pt x="299132" y="4404825"/>
                </a:lnTo>
                <a:cubicBezTo>
                  <a:pt x="133926" y="4404825"/>
                  <a:pt x="0" y="4270899"/>
                  <a:pt x="0" y="4105693"/>
                </a:cubicBezTo>
                <a:lnTo>
                  <a:pt x="0" y="299132"/>
                </a:lnTo>
                <a:cubicBezTo>
                  <a:pt x="0" y="133926"/>
                  <a:pt x="133926" y="0"/>
                  <a:pt x="299132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9EA3-15DE-451B-A24B-ACC8EA0B6D09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51928" y="5111854"/>
            <a:ext cx="6400800" cy="138988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6444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CE7E7D-ED4A-B625-6CB8-4D71682F63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9373" y="320042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343DB-FCC0-4D52-80F2-173D55390D61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9192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A25225-80A2-7139-2A81-39CA92663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9373" y="3067414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38328"/>
          </a:xfrm>
        </p:spPr>
        <p:txBody>
          <a:bodyPr/>
          <a:lstStyle/>
          <a:p>
            <a:fld id="{457C7506-9AD1-49AD-BE44-C83E35401EAD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68102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5F6FDB5-F783-3538-287C-754C11C3097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9768" y="1828800"/>
            <a:ext cx="6176399" cy="4425696"/>
          </a:xfrm>
          <a:custGeom>
            <a:avLst/>
            <a:gdLst>
              <a:gd name="connsiteX0" fmla="*/ 325421 w 6450717"/>
              <a:gd name="connsiteY0" fmla="*/ 0 h 4425696"/>
              <a:gd name="connsiteX1" fmla="*/ 6125296 w 6450717"/>
              <a:gd name="connsiteY1" fmla="*/ 0 h 4425696"/>
              <a:gd name="connsiteX2" fmla="*/ 6450717 w 6450717"/>
              <a:gd name="connsiteY2" fmla="*/ 325421 h 4425696"/>
              <a:gd name="connsiteX3" fmla="*/ 6450717 w 6450717"/>
              <a:gd name="connsiteY3" fmla="*/ 4100275 h 4425696"/>
              <a:gd name="connsiteX4" fmla="*/ 6125296 w 6450717"/>
              <a:gd name="connsiteY4" fmla="*/ 4425696 h 4425696"/>
              <a:gd name="connsiteX5" fmla="*/ 325421 w 6450717"/>
              <a:gd name="connsiteY5" fmla="*/ 4425696 h 4425696"/>
              <a:gd name="connsiteX6" fmla="*/ 0 w 6450717"/>
              <a:gd name="connsiteY6" fmla="*/ 4100275 h 4425696"/>
              <a:gd name="connsiteX7" fmla="*/ 0 w 6450717"/>
              <a:gd name="connsiteY7" fmla="*/ 325421 h 4425696"/>
              <a:gd name="connsiteX8" fmla="*/ 325421 w 6450717"/>
              <a:gd name="connsiteY8" fmla="*/ 0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50717" h="4425696">
                <a:moveTo>
                  <a:pt x="325421" y="0"/>
                </a:moveTo>
                <a:lnTo>
                  <a:pt x="6125296" y="0"/>
                </a:lnTo>
                <a:cubicBezTo>
                  <a:pt x="6305021" y="0"/>
                  <a:pt x="6450717" y="145696"/>
                  <a:pt x="6450717" y="325421"/>
                </a:cubicBezTo>
                <a:lnTo>
                  <a:pt x="6450717" y="4100275"/>
                </a:lnTo>
                <a:cubicBezTo>
                  <a:pt x="6450717" y="4280000"/>
                  <a:pt x="6305021" y="4425696"/>
                  <a:pt x="6125296" y="4425696"/>
                </a:cubicBezTo>
                <a:lnTo>
                  <a:pt x="325421" y="4425696"/>
                </a:lnTo>
                <a:cubicBezTo>
                  <a:pt x="145696" y="4425696"/>
                  <a:pt x="0" y="4280000"/>
                  <a:pt x="0" y="4100275"/>
                </a:cubicBezTo>
                <a:lnTo>
                  <a:pt x="0" y="325421"/>
                </a:lnTo>
                <a:cubicBezTo>
                  <a:pt x="0" y="145696"/>
                  <a:pt x="145696" y="0"/>
                  <a:pt x="325421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87768" y="1828800"/>
            <a:ext cx="429768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4BF2A-D949-4DFB-9912-9D6234B797F2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76790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5F2F272-6D18-7E06-3E9A-D10C5C50219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0075" y="2293496"/>
            <a:ext cx="4775158" cy="4039043"/>
          </a:xfrm>
          <a:custGeom>
            <a:avLst/>
            <a:gdLst>
              <a:gd name="connsiteX0" fmla="*/ 305917 w 4855463"/>
              <a:gd name="connsiteY0" fmla="*/ 0 h 4039043"/>
              <a:gd name="connsiteX1" fmla="*/ 4549547 w 4855463"/>
              <a:gd name="connsiteY1" fmla="*/ 0 h 4039043"/>
              <a:gd name="connsiteX2" fmla="*/ 4849249 w 4855463"/>
              <a:gd name="connsiteY2" fmla="*/ 244264 h 4039043"/>
              <a:gd name="connsiteX3" fmla="*/ 4855463 w 4855463"/>
              <a:gd name="connsiteY3" fmla="*/ 305907 h 4039043"/>
              <a:gd name="connsiteX4" fmla="*/ 4855463 w 4855463"/>
              <a:gd name="connsiteY4" fmla="*/ 3733136 h 4039043"/>
              <a:gd name="connsiteX5" fmla="*/ 4849249 w 4855463"/>
              <a:gd name="connsiteY5" fmla="*/ 3794779 h 4039043"/>
              <a:gd name="connsiteX6" fmla="*/ 4549547 w 4855463"/>
              <a:gd name="connsiteY6" fmla="*/ 4039043 h 4039043"/>
              <a:gd name="connsiteX7" fmla="*/ 305917 w 4855463"/>
              <a:gd name="connsiteY7" fmla="*/ 4039043 h 4039043"/>
              <a:gd name="connsiteX8" fmla="*/ 0 w 4855463"/>
              <a:gd name="connsiteY8" fmla="*/ 3733126 h 4039043"/>
              <a:gd name="connsiteX9" fmla="*/ 0 w 4855463"/>
              <a:gd name="connsiteY9" fmla="*/ 305917 h 4039043"/>
              <a:gd name="connsiteX10" fmla="*/ 305917 w 4855463"/>
              <a:gd name="connsiteY10" fmla="*/ 0 h 403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5463" h="4039043">
                <a:moveTo>
                  <a:pt x="305917" y="0"/>
                </a:moveTo>
                <a:lnTo>
                  <a:pt x="4549547" y="0"/>
                </a:lnTo>
                <a:cubicBezTo>
                  <a:pt x="4697381" y="0"/>
                  <a:pt x="4820723" y="104863"/>
                  <a:pt x="4849249" y="244264"/>
                </a:cubicBezTo>
                <a:lnTo>
                  <a:pt x="4855463" y="305907"/>
                </a:lnTo>
                <a:lnTo>
                  <a:pt x="4855463" y="3733136"/>
                </a:lnTo>
                <a:lnTo>
                  <a:pt x="4849249" y="3794779"/>
                </a:lnTo>
                <a:cubicBezTo>
                  <a:pt x="4820723" y="3934180"/>
                  <a:pt x="4697381" y="4039043"/>
                  <a:pt x="4549547" y="4039043"/>
                </a:cubicBezTo>
                <a:lnTo>
                  <a:pt x="305917" y="4039043"/>
                </a:lnTo>
                <a:cubicBezTo>
                  <a:pt x="136964" y="4039043"/>
                  <a:pt x="0" y="3902079"/>
                  <a:pt x="0" y="3733126"/>
                </a:cubicBezTo>
                <a:lnTo>
                  <a:pt x="0" y="305917"/>
                </a:lnTo>
                <a:cubicBezTo>
                  <a:pt x="0" y="136964"/>
                  <a:pt x="136964" y="0"/>
                  <a:pt x="305917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3594C-FF61-4FB6-A5E4-597CB7D69CB6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601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4639E5C-EF58-65A1-C364-F58DE76158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0075" y="2293494"/>
            <a:ext cx="3666744" cy="4039044"/>
          </a:xfrm>
          <a:custGeom>
            <a:avLst/>
            <a:gdLst>
              <a:gd name="connsiteX0" fmla="*/ 292716 w 3666744"/>
              <a:gd name="connsiteY0" fmla="*/ 0 h 4039044"/>
              <a:gd name="connsiteX1" fmla="*/ 3374028 w 3666744"/>
              <a:gd name="connsiteY1" fmla="*/ 0 h 4039044"/>
              <a:gd name="connsiteX2" fmla="*/ 3666744 w 3666744"/>
              <a:gd name="connsiteY2" fmla="*/ 292716 h 4039044"/>
              <a:gd name="connsiteX3" fmla="*/ 3666744 w 3666744"/>
              <a:gd name="connsiteY3" fmla="*/ 3746328 h 4039044"/>
              <a:gd name="connsiteX4" fmla="*/ 3374028 w 3666744"/>
              <a:gd name="connsiteY4" fmla="*/ 4039044 h 4039044"/>
              <a:gd name="connsiteX5" fmla="*/ 292716 w 3666744"/>
              <a:gd name="connsiteY5" fmla="*/ 4039044 h 4039044"/>
              <a:gd name="connsiteX6" fmla="*/ 0 w 3666744"/>
              <a:gd name="connsiteY6" fmla="*/ 3746328 h 4039044"/>
              <a:gd name="connsiteX7" fmla="*/ 0 w 3666744"/>
              <a:gd name="connsiteY7" fmla="*/ 292716 h 4039044"/>
              <a:gd name="connsiteX8" fmla="*/ 292716 w 3666744"/>
              <a:gd name="connsiteY8" fmla="*/ 0 h 403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6744" h="4039044">
                <a:moveTo>
                  <a:pt x="292716" y="0"/>
                </a:moveTo>
                <a:lnTo>
                  <a:pt x="3374028" y="0"/>
                </a:lnTo>
                <a:cubicBezTo>
                  <a:pt x="3535691" y="0"/>
                  <a:pt x="3666744" y="131053"/>
                  <a:pt x="3666744" y="292716"/>
                </a:cubicBezTo>
                <a:lnTo>
                  <a:pt x="3666744" y="3746328"/>
                </a:lnTo>
                <a:cubicBezTo>
                  <a:pt x="3666744" y="3907991"/>
                  <a:pt x="3535691" y="4039044"/>
                  <a:pt x="3374028" y="4039044"/>
                </a:cubicBezTo>
                <a:lnTo>
                  <a:pt x="292716" y="4039044"/>
                </a:lnTo>
                <a:cubicBezTo>
                  <a:pt x="131053" y="4039044"/>
                  <a:pt x="0" y="3907991"/>
                  <a:pt x="0" y="3746328"/>
                </a:cubicBezTo>
                <a:lnTo>
                  <a:pt x="0" y="292716"/>
                </a:lnTo>
                <a:cubicBezTo>
                  <a:pt x="0" y="131053"/>
                  <a:pt x="131053" y="0"/>
                  <a:pt x="292716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205C6-AA77-4A66-BB27-EE68DDD0D193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8077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782804"/>
            <a:ext cx="11201400" cy="4206240"/>
          </a:xfrm>
        </p:spPr>
        <p:txBody>
          <a:bodyPr>
            <a:normAutofit/>
          </a:bodyPr>
          <a:lstStyle>
            <a:lvl1pPr algn="ctr">
              <a:defRPr sz="27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5DF3-EEC7-45DF-A943-3E12702079E5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775" y="4989044"/>
            <a:ext cx="11201399" cy="1225296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  <a:lvl2pPr marL="228600" indent="0" algn="ctr">
              <a:buNone/>
              <a:defRPr sz="2000">
                <a:solidFill>
                  <a:schemeClr val="tx2">
                    <a:lumMod val="90000"/>
                    <a:lumOff val="10000"/>
                  </a:schemeClr>
                </a:solidFill>
              </a:defRPr>
            </a:lvl2pPr>
            <a:lvl3pPr marL="457200" indent="0" algn="ctr">
              <a:buNone/>
              <a:defRPr sz="1800">
                <a:solidFill>
                  <a:schemeClr val="tx2">
                    <a:lumMod val="90000"/>
                    <a:lumOff val="10000"/>
                  </a:schemeClr>
                </a:solidFill>
              </a:defRPr>
            </a:lvl3pPr>
            <a:lvl4pPr marL="685800" indent="0" algn="ctr">
              <a:buNone/>
              <a:defRPr sz="1600">
                <a:solidFill>
                  <a:schemeClr val="tx2">
                    <a:lumMod val="90000"/>
                    <a:lumOff val="10000"/>
                  </a:schemeClr>
                </a:solidFill>
              </a:defRPr>
            </a:lvl4pPr>
            <a:lvl5pPr marL="914400" indent="0" algn="ctr">
              <a:buNone/>
              <a:defRPr sz="1400">
                <a:solidFill>
                  <a:schemeClr val="tx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7570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7828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9EAFF-A363-4554-A2A5-F61FABD0CE04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776" y="4989044"/>
            <a:ext cx="11201400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228600" indent="0" algn="ctr">
              <a:buNone/>
              <a:defRPr sz="2400"/>
            </a:lvl2pPr>
            <a:lvl3pPr marL="457200" indent="0" algn="ctr">
              <a:buNone/>
              <a:defRPr sz="2000"/>
            </a:lvl3pPr>
            <a:lvl4pPr marL="685800" indent="0" algn="ctr">
              <a:buNone/>
              <a:defRPr sz="1800"/>
            </a:lvl4pPr>
            <a:lvl5pPr marL="914400" indent="0" algn="ctr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80835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603504"/>
            <a:ext cx="11201400" cy="4206240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47950-0717-4110-9557-F08D8A545BF8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4809744"/>
            <a:ext cx="5897880" cy="1353312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  <a:lvl2pPr marL="228600" indent="0" algn="l">
              <a:buNone/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2pPr>
            <a:lvl3pPr marL="457200" indent="0" algn="l">
              <a:buNone/>
              <a:defRPr sz="2000">
                <a:solidFill>
                  <a:schemeClr val="tx2">
                    <a:lumMod val="90000"/>
                    <a:lumOff val="10000"/>
                  </a:schemeClr>
                </a:solidFill>
              </a:defRPr>
            </a:lvl3pPr>
            <a:lvl4pPr marL="685800" indent="0" algn="l">
              <a:buNone/>
              <a:defRPr sz="1800">
                <a:solidFill>
                  <a:schemeClr val="tx2">
                    <a:lumMod val="90000"/>
                    <a:lumOff val="10000"/>
                  </a:schemeClr>
                </a:solidFill>
              </a:defRPr>
            </a:lvl4pPr>
            <a:lvl5pPr marL="914400" indent="0" algn="l">
              <a:buNone/>
              <a:defRPr sz="1600">
                <a:solidFill>
                  <a:schemeClr val="tx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50438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823376"/>
            <a:ext cx="9198864" cy="2875175"/>
          </a:xfrm>
        </p:spPr>
        <p:txBody>
          <a:bodyPr anchor="ctr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3A70-5484-4418-A739-7B973E09E7E8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276088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228600" indent="0">
              <a:buNone/>
              <a:defRPr sz="20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2pPr>
            <a:lvl3pPr marL="457200" indent="0">
              <a:buNone/>
              <a:defRPr sz="18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3pPr>
            <a:lvl4pPr marL="685800" indent="0">
              <a:buNone/>
              <a:defRPr sz="16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4pPr>
            <a:lvl5pPr marL="914400" indent="0">
              <a:buNone/>
              <a:defRPr sz="14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498051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A9563B-AAD5-FEB6-A529-82D8BF95E524}"/>
              </a:ext>
            </a:extLst>
          </p:cNvPr>
          <p:cNvSpPr/>
          <p:nvPr userDrawn="1"/>
        </p:nvSpPr>
        <p:spPr>
          <a:xfrm>
            <a:off x="806386" y="760151"/>
            <a:ext cx="10579222" cy="5337698"/>
          </a:xfrm>
          <a:prstGeom prst="roundRect">
            <a:avLst>
              <a:gd name="adj" fmla="val 609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55064" y="2092751"/>
            <a:ext cx="8695944" cy="2128102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80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9960C-742D-4508-821A-E36FD033CDBF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5120640"/>
            <a:ext cx="8695944" cy="62179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dirty="0"/>
            </a:lvl1pPr>
            <a:lvl2pPr marL="228600" indent="0">
              <a:buNone/>
              <a:defRPr lang="en-US" b="1" dirty="0"/>
            </a:lvl2pPr>
            <a:lvl3pPr marL="457200" indent="0">
              <a:buNone/>
              <a:defRPr lang="en-US" b="1" dirty="0"/>
            </a:lvl3pPr>
            <a:lvl4pPr marL="685800" indent="0">
              <a:buNone/>
              <a:defRPr lang="en-US" b="1" dirty="0"/>
            </a:lvl4pPr>
            <a:lvl5pPr marL="914400" indent="0">
              <a:buNone/>
              <a:defRPr lang="en-US" b="1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28590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9768" y="438912"/>
            <a:ext cx="9619488" cy="452628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7E0D0A5-9A76-413F-B8E0-5A45841D7E46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7753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9768" y="1179576"/>
            <a:ext cx="9317736" cy="378561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D0AF003-CBE1-47D7-BB91-14D8E3A57039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404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25"/>
            <a:ext cx="5211762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24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EEC48-96C8-40C8-BC32-68BFC261013A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08349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88"/>
            <a:ext cx="5211762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79F91-8FDB-4AB3-84FB-6B8E68AF702B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25818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1D436-D43A-4662-BADB-33E2F793B997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96913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C9DBE-31FF-4D71-B719-92EBAC3193CE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1745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F576B-5432-44C5-AE72-B8C78722FE99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5990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DACA751-BBB2-3E33-EA6C-54B4A7F684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342901"/>
            <a:ext cx="6785782" cy="6172198"/>
          </a:xfrm>
          <a:custGeom>
            <a:avLst/>
            <a:gdLst>
              <a:gd name="connsiteX0" fmla="*/ 264355 w 6785782"/>
              <a:gd name="connsiteY0" fmla="*/ 0 h 6172198"/>
              <a:gd name="connsiteX1" fmla="*/ 6521427 w 6785782"/>
              <a:gd name="connsiteY1" fmla="*/ 0 h 6172198"/>
              <a:gd name="connsiteX2" fmla="*/ 6785782 w 6785782"/>
              <a:gd name="connsiteY2" fmla="*/ 264355 h 6172198"/>
              <a:gd name="connsiteX3" fmla="*/ 6785782 w 6785782"/>
              <a:gd name="connsiteY3" fmla="*/ 5907843 h 6172198"/>
              <a:gd name="connsiteX4" fmla="*/ 6521427 w 6785782"/>
              <a:gd name="connsiteY4" fmla="*/ 6172198 h 6172198"/>
              <a:gd name="connsiteX5" fmla="*/ 264355 w 6785782"/>
              <a:gd name="connsiteY5" fmla="*/ 6172198 h 6172198"/>
              <a:gd name="connsiteX6" fmla="*/ 0 w 6785782"/>
              <a:gd name="connsiteY6" fmla="*/ 5907843 h 6172198"/>
              <a:gd name="connsiteX7" fmla="*/ 0 w 6785782"/>
              <a:gd name="connsiteY7" fmla="*/ 264355 h 6172198"/>
              <a:gd name="connsiteX8" fmla="*/ 264355 w 6785782"/>
              <a:gd name="connsiteY8" fmla="*/ 0 h 617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5782" h="6172198">
                <a:moveTo>
                  <a:pt x="264355" y="0"/>
                </a:moveTo>
                <a:lnTo>
                  <a:pt x="6521427" y="0"/>
                </a:lnTo>
                <a:cubicBezTo>
                  <a:pt x="6667426" y="0"/>
                  <a:pt x="6785782" y="118356"/>
                  <a:pt x="6785782" y="264355"/>
                </a:cubicBezTo>
                <a:lnTo>
                  <a:pt x="6785782" y="5907843"/>
                </a:lnTo>
                <a:cubicBezTo>
                  <a:pt x="6785782" y="6053842"/>
                  <a:pt x="6667426" y="6172198"/>
                  <a:pt x="6521427" y="6172198"/>
                </a:cubicBezTo>
                <a:lnTo>
                  <a:pt x="264355" y="6172198"/>
                </a:lnTo>
                <a:cubicBezTo>
                  <a:pt x="118356" y="6172198"/>
                  <a:pt x="0" y="6053842"/>
                  <a:pt x="0" y="5907843"/>
                </a:cubicBezTo>
                <a:lnTo>
                  <a:pt x="0" y="264355"/>
                </a:lnTo>
                <a:cubicBezTo>
                  <a:pt x="0" y="118356"/>
                  <a:pt x="118356" y="0"/>
                  <a:pt x="264355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66CE1-0051-42BD-BBD3-CB4EC65FC51D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02161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04B75-5BA7-423E-A6AE-B3781CB72AA9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62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7370064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7370064" cy="22311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C1F7B-2472-4057-932A-A13696216B5F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9701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8A7B9ABC-2BDA-432C-8D53-84813DB6E36F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28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715" r:id="rId2"/>
    <p:sldLayoutId id="2147483676" r:id="rId3"/>
    <p:sldLayoutId id="2147483712" r:id="rId4"/>
    <p:sldLayoutId id="2147483698" r:id="rId5"/>
    <p:sldLayoutId id="2147483734" r:id="rId6"/>
    <p:sldLayoutId id="2147483736" r:id="rId7"/>
    <p:sldLayoutId id="2147483729" r:id="rId8"/>
    <p:sldLayoutId id="2147483783" r:id="rId9"/>
    <p:sldLayoutId id="2147483716" r:id="rId10"/>
    <p:sldLayoutId id="2147483782" r:id="rId11"/>
    <p:sldLayoutId id="2147483713" r:id="rId12"/>
    <p:sldLayoutId id="2147483732" r:id="rId13"/>
    <p:sldLayoutId id="2147483662" r:id="rId14"/>
    <p:sldLayoutId id="2147483679" r:id="rId15"/>
    <p:sldLayoutId id="2147483680" r:id="rId16"/>
    <p:sldLayoutId id="2147483681" r:id="rId17"/>
    <p:sldLayoutId id="2147483778" r:id="rId18"/>
    <p:sldLayoutId id="2147483777" r:id="rId19"/>
    <p:sldLayoutId id="2147483689" r:id="rId20"/>
    <p:sldLayoutId id="2147483690" r:id="rId21"/>
    <p:sldLayoutId id="2147483707" r:id="rId22"/>
    <p:sldLayoutId id="2147483708" r:id="rId23"/>
    <p:sldLayoutId id="2147483692" r:id="rId24"/>
    <p:sldLayoutId id="2147483691" r:id="rId25"/>
    <p:sldLayoutId id="2147483743" r:id="rId26"/>
    <p:sldLayoutId id="2147483744" r:id="rId27"/>
    <p:sldLayoutId id="2147483694" r:id="rId28"/>
    <p:sldLayoutId id="2147483770" r:id="rId29"/>
    <p:sldLayoutId id="2147483769" r:id="rId30"/>
    <p:sldLayoutId id="2147483771" r:id="rId31"/>
    <p:sldLayoutId id="2147483693" r:id="rId32"/>
    <p:sldLayoutId id="2147483711" r:id="rId33"/>
    <p:sldLayoutId id="2147483672" r:id="rId34"/>
    <p:sldLayoutId id="2147483673" r:id="rId35"/>
    <p:sldLayoutId id="2147483696" r:id="rId36"/>
    <p:sldLayoutId id="2147483780" r:id="rId37"/>
    <p:sldLayoutId id="2147483740" r:id="rId38"/>
    <p:sldLayoutId id="2147483779" r:id="rId39"/>
    <p:sldLayoutId id="2147483757" r:id="rId40"/>
    <p:sldLayoutId id="2147483762" r:id="rId41"/>
    <p:sldLayoutId id="2147483764" r:id="rId42"/>
    <p:sldLayoutId id="2147483767" r:id="rId43"/>
    <p:sldLayoutId id="2147483664" r:id="rId44"/>
    <p:sldLayoutId id="2147483665" r:id="rId45"/>
    <p:sldLayoutId id="2147483666" r:id="rId46"/>
    <p:sldLayoutId id="2147483667" r:id="rId47"/>
    <p:sldLayoutId id="2147483668" r:id="rId48"/>
    <p:sldLayoutId id="2147483669" r:id="rId49"/>
    <p:sldLayoutId id="2147483685" r:id="rId50"/>
    <p:sldLayoutId id="2147483730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FACAB-959D-812F-8963-C96537ED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dock on a body of water">
            <a:extLst>
              <a:ext uri="{FF2B5EF4-FFF2-40B4-BE49-F238E27FC236}">
                <a16:creationId xmlns:a16="http://schemas.microsoft.com/office/drawing/2014/main" id="{78399731-5F97-E9F2-6BCE-D012F2544B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2901" y="343038"/>
            <a:ext cx="11506200" cy="4792766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11059432-9656-F79B-DE72-57A4B37362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How to avoid death 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48689D5C-A47B-A426-95B3-D9562472A7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Oluwafemi Farinloye</a:t>
            </a:r>
          </a:p>
        </p:txBody>
      </p:sp>
    </p:spTree>
    <p:extLst>
      <p:ext uri="{BB962C8B-B14F-4D97-AF65-F5344CB8AC3E}">
        <p14:creationId xmlns:p14="http://schemas.microsoft.com/office/powerpoint/2010/main" val="1640834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7E46FF6-0857-2327-76A5-56837A8AEE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81698" y="5120640"/>
            <a:ext cx="8695944" cy="621792"/>
          </a:xfrm>
        </p:spPr>
        <p:txBody>
          <a:bodyPr/>
          <a:lstStyle/>
          <a:p>
            <a:r>
              <a:rPr lang="en-US" dirty="0"/>
              <a:t>Why Presentations Fail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B20A017D-EF5C-DD04-6CD4-56F1B2D3A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2092750"/>
            <a:ext cx="8695944" cy="2887463"/>
          </a:xfrm>
        </p:spPr>
        <p:txBody>
          <a:bodyPr>
            <a:normAutofit fontScale="90000"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/>
              <a:t>Presentations are over-populating with too much information.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Things are informational; It becomes too busy.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Content is not straight forward and accurate.</a:t>
            </a:r>
            <a:br>
              <a:rPr lang="en-US" sz="1400" dirty="0"/>
            </a:br>
            <a:r>
              <a:rPr lang="en-US" sz="1400" dirty="0"/>
              <a:t> </a:t>
            </a:r>
            <a:br>
              <a:rPr lang="en-US" sz="1400" dirty="0"/>
            </a:br>
            <a:r>
              <a:rPr lang="en-US" sz="1400" dirty="0"/>
              <a:t>Poor structure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Reading off Slides 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Poor timing 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Lack </a:t>
            </a:r>
            <a:r>
              <a:rPr lang="en-US" sz="1400"/>
              <a:t>of Preparation -filler </a:t>
            </a:r>
            <a:r>
              <a:rPr lang="en-US" sz="1400" dirty="0"/>
              <a:t>words, or technical issues.</a:t>
            </a:r>
            <a:br>
              <a:rPr lang="en-US" sz="1400" dirty="0"/>
            </a:b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32722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750E1-014E-2F32-5FE0-025C27322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Engaging the audience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5B140B7-A3CA-D3B8-B720-672A6AF8DF91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5121079" y="359420"/>
            <a:ext cx="633984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dirty="0">
                <a:latin typeface="Arial" panose="020B0604020202020204" pitchFamily="34" charset="0"/>
              </a:rPr>
              <a:t>Prioritize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</a:rPr>
              <a:t>contrast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Dark text on light background (or vice versa) for readability.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Simple data- Turn complex info into easy –to-read graphics pr visuals.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dirty="0">
                <a:latin typeface="Arial" panose="020B0604020202020204" pitchFamily="34" charset="0"/>
              </a:rPr>
              <a:t>Design for your own audience- Ensure visuals are clear from a distance and accessible.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81BBF21-F322-8C7E-2300-2131BE2E2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751045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Simplify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Turn complex info into easy-to-read graphs or visuals.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927555"/>
      </p:ext>
    </p:extLst>
  </p:cSld>
  <p:clrMapOvr>
    <a:masterClrMapping/>
  </p:clrMapOvr>
</p:sld>
</file>

<file path=ppt/theme/theme1.xml><?xml version="1.0" encoding="utf-8"?>
<a:theme xmlns:a="http://schemas.openxmlformats.org/drawingml/2006/main" name="DuneVTI">
  <a:themeElements>
    <a:clrScheme name="Dune Palette">
      <a:dk1>
        <a:srgbClr val="131313"/>
      </a:dk1>
      <a:lt1>
        <a:sysClr val="window" lastClr="FFFFFF"/>
      </a:lt1>
      <a:dk2>
        <a:srgbClr val="203430"/>
      </a:dk2>
      <a:lt2>
        <a:srgbClr val="F0EDE6"/>
      </a:lt2>
      <a:accent1>
        <a:srgbClr val="A57361"/>
      </a:accent1>
      <a:accent2>
        <a:srgbClr val="CD9979"/>
      </a:accent2>
      <a:accent3>
        <a:srgbClr val="4E6C67"/>
      </a:accent3>
      <a:accent4>
        <a:srgbClr val="BA958C"/>
      </a:accent4>
      <a:accent5>
        <a:srgbClr val="A08C60"/>
      </a:accent5>
      <a:accent6>
        <a:srgbClr val="956969"/>
      </a:accent6>
      <a:hlink>
        <a:srgbClr val="B0685E"/>
      </a:hlink>
      <a:folHlink>
        <a:srgbClr val="5E827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_win32_DN_v2" id="{97A7A9A4-5677-45E2-BAC9-3A76DA18A86D}" vid="{E1353FFA-7ECE-4894-957E-EAB589AB12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9232D5D-6EDA-4316-A27A-FEC1DABA695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FAE7ADC-5572-47FE-BE40-4792EA70A86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156391-F804-4A06-B48F-8124C299B4D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{4EEA7ACE-24CF-4E0C-A3F6-8F35C82F0E05}9901052e-9f9b-49a5-9493-59375491d64e-TF100df7e3-a978-4a95-a97b-183e1fcc9fc7_win32</Template>
  <TotalTime>18</TotalTime>
  <Words>127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Neue Haas Grotesk Text Pro</vt:lpstr>
      <vt:lpstr>Wingdings</vt:lpstr>
      <vt:lpstr>DuneVTI</vt:lpstr>
      <vt:lpstr>How to avoid death </vt:lpstr>
      <vt:lpstr>Presentations are over-populating with too much information.  Things are informational; It becomes too busy.  Content is not straight forward and accurate.   Poor structure  Reading off Slides   Poor timing   Lack of Preparation -filler words, or technical issues. </vt:lpstr>
      <vt:lpstr>Engaging the audience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oluwafemi farinloye</dc:creator>
  <cp:lastModifiedBy>oluwafemi farinloye</cp:lastModifiedBy>
  <cp:revision>3</cp:revision>
  <dcterms:created xsi:type="dcterms:W3CDTF">2026-04-01T22:15:12Z</dcterms:created>
  <dcterms:modified xsi:type="dcterms:W3CDTF">2026-04-01T22:33:59Z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